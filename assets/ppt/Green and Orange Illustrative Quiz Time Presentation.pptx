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Balsamiq Sans" panose="020B0604020202020204" charset="0"/>
      <p:regular r:id="rId15"/>
    </p:embeddedFont>
    <p:embeddedFont>
      <p:font typeface="Balsamiq Sans Bold" panose="020B0604020202020204" charset="0"/>
      <p:regular r:id="rId16"/>
    </p:embeddedFont>
    <p:embeddedFont>
      <p:font typeface="Bungee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22.pn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11" Type="http://schemas.openxmlformats.org/officeDocument/2006/relationships/image" Target="../media/image38.png"/><Relationship Id="rId5" Type="http://schemas.openxmlformats.org/officeDocument/2006/relationships/image" Target="../media/image44.png"/><Relationship Id="rId10" Type="http://schemas.openxmlformats.org/officeDocument/2006/relationships/image" Target="../media/image3.svg"/><Relationship Id="rId4" Type="http://schemas.openxmlformats.org/officeDocument/2006/relationships/image" Target="../media/image43.svg"/><Relationship Id="rId9" Type="http://schemas.openxmlformats.org/officeDocument/2006/relationships/image" Target="../media/image2.png"/><Relationship Id="rId14" Type="http://schemas.openxmlformats.org/officeDocument/2006/relationships/image" Target="../media/image4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12" Type="http://schemas.openxmlformats.org/officeDocument/2006/relationships/image" Target="../media/image2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39.svg"/><Relationship Id="rId4" Type="http://schemas.openxmlformats.org/officeDocument/2006/relationships/image" Target="../media/image49.sv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12" Type="http://schemas.openxmlformats.org/officeDocument/2006/relationships/image" Target="../media/image2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39.svg"/><Relationship Id="rId4" Type="http://schemas.openxmlformats.org/officeDocument/2006/relationships/image" Target="../media/image53.sv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6.png"/><Relationship Id="rId3" Type="http://schemas.openxmlformats.org/officeDocument/2006/relationships/image" Target="../media/image54.png"/><Relationship Id="rId7" Type="http://schemas.openxmlformats.org/officeDocument/2006/relationships/image" Target="../media/image20.png"/><Relationship Id="rId12" Type="http://schemas.openxmlformats.org/officeDocument/2006/relationships/image" Target="../media/image4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11" Type="http://schemas.openxmlformats.org/officeDocument/2006/relationships/image" Target="../media/image40.png"/><Relationship Id="rId5" Type="http://schemas.openxmlformats.org/officeDocument/2006/relationships/image" Target="../media/image56.png"/><Relationship Id="rId10" Type="http://schemas.openxmlformats.org/officeDocument/2006/relationships/image" Target="../media/image3.svg"/><Relationship Id="rId4" Type="http://schemas.openxmlformats.org/officeDocument/2006/relationships/image" Target="../media/image55.svg"/><Relationship Id="rId9" Type="http://schemas.openxmlformats.org/officeDocument/2006/relationships/image" Target="../media/image2.png"/><Relationship Id="rId14" Type="http://schemas.openxmlformats.org/officeDocument/2006/relationships/image" Target="../media/image4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60.png"/><Relationship Id="rId3" Type="http://schemas.openxmlformats.org/officeDocument/2006/relationships/image" Target="../media/image20.png"/><Relationship Id="rId7" Type="http://schemas.openxmlformats.org/officeDocument/2006/relationships/image" Target="../media/image40.png"/><Relationship Id="rId12" Type="http://schemas.openxmlformats.org/officeDocument/2006/relationships/image" Target="../media/image5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58.png"/><Relationship Id="rId5" Type="http://schemas.openxmlformats.org/officeDocument/2006/relationships/image" Target="../media/image2.png"/><Relationship Id="rId10" Type="http://schemas.openxmlformats.org/officeDocument/2006/relationships/image" Target="../media/image47.svg"/><Relationship Id="rId4" Type="http://schemas.openxmlformats.org/officeDocument/2006/relationships/image" Target="../media/image21.svg"/><Relationship Id="rId9" Type="http://schemas.openxmlformats.org/officeDocument/2006/relationships/image" Target="../media/image46.png"/><Relationship Id="rId14" Type="http://schemas.openxmlformats.org/officeDocument/2006/relationships/image" Target="../media/image6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64.png"/><Relationship Id="rId3" Type="http://schemas.openxmlformats.org/officeDocument/2006/relationships/image" Target="../media/image20.png"/><Relationship Id="rId7" Type="http://schemas.openxmlformats.org/officeDocument/2006/relationships/image" Target="../media/image40.png"/><Relationship Id="rId12" Type="http://schemas.openxmlformats.org/officeDocument/2006/relationships/image" Target="../media/image6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62.png"/><Relationship Id="rId5" Type="http://schemas.openxmlformats.org/officeDocument/2006/relationships/image" Target="../media/image2.png"/><Relationship Id="rId10" Type="http://schemas.openxmlformats.org/officeDocument/2006/relationships/image" Target="../media/image47.svg"/><Relationship Id="rId4" Type="http://schemas.openxmlformats.org/officeDocument/2006/relationships/image" Target="../media/image21.svg"/><Relationship Id="rId9" Type="http://schemas.openxmlformats.org/officeDocument/2006/relationships/image" Target="../media/image46.png"/><Relationship Id="rId14" Type="http://schemas.openxmlformats.org/officeDocument/2006/relationships/image" Target="../media/image6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22.pn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11" Type="http://schemas.openxmlformats.org/officeDocument/2006/relationships/image" Target="../media/image38.png"/><Relationship Id="rId5" Type="http://schemas.openxmlformats.org/officeDocument/2006/relationships/image" Target="../media/image44.png"/><Relationship Id="rId10" Type="http://schemas.openxmlformats.org/officeDocument/2006/relationships/image" Target="../media/image3.svg"/><Relationship Id="rId4" Type="http://schemas.openxmlformats.org/officeDocument/2006/relationships/image" Target="../media/image43.svg"/><Relationship Id="rId9" Type="http://schemas.openxmlformats.org/officeDocument/2006/relationships/image" Target="../media/image2.png"/><Relationship Id="rId14" Type="http://schemas.openxmlformats.org/officeDocument/2006/relationships/image" Target="../media/image4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12" Type="http://schemas.openxmlformats.org/officeDocument/2006/relationships/image" Target="../media/image2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39.svg"/><Relationship Id="rId4" Type="http://schemas.openxmlformats.org/officeDocument/2006/relationships/image" Target="../media/image49.sv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12" Type="http://schemas.openxmlformats.org/officeDocument/2006/relationships/image" Target="../media/image2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39.svg"/><Relationship Id="rId4" Type="http://schemas.openxmlformats.org/officeDocument/2006/relationships/image" Target="../media/image53.sv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22.png"/><Relationship Id="rId18" Type="http://schemas.openxmlformats.org/officeDocument/2006/relationships/image" Target="../media/image39.sv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12" Type="http://schemas.openxmlformats.org/officeDocument/2006/relationships/image" Target="../media/image69.svg"/><Relationship Id="rId17" Type="http://schemas.openxmlformats.org/officeDocument/2006/relationships/image" Target="../media/image38.png"/><Relationship Id="rId2" Type="http://schemas.openxmlformats.org/officeDocument/2006/relationships/image" Target="../media/image1.png"/><Relationship Id="rId16" Type="http://schemas.openxmlformats.org/officeDocument/2006/relationships/image" Target="../media/image7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svg"/><Relationship Id="rId11" Type="http://schemas.openxmlformats.org/officeDocument/2006/relationships/image" Target="../media/image68.png"/><Relationship Id="rId5" Type="http://schemas.openxmlformats.org/officeDocument/2006/relationships/image" Target="../media/image66.png"/><Relationship Id="rId15" Type="http://schemas.openxmlformats.org/officeDocument/2006/relationships/image" Target="../media/image70.png"/><Relationship Id="rId10" Type="http://schemas.openxmlformats.org/officeDocument/2006/relationships/image" Target="../media/image29.svg"/><Relationship Id="rId4" Type="http://schemas.openxmlformats.org/officeDocument/2006/relationships/image" Target="../media/image7.svg"/><Relationship Id="rId9" Type="http://schemas.openxmlformats.org/officeDocument/2006/relationships/image" Target="../media/image28.png"/><Relationship Id="rId1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3707516" y="-1238526"/>
            <a:ext cx="5004222" cy="4114800"/>
          </a:xfrm>
          <a:custGeom>
            <a:avLst/>
            <a:gdLst/>
            <a:ahLst/>
            <a:cxnLst/>
            <a:rect l="l" t="t" r="r" b="b"/>
            <a:pathLst>
              <a:path w="5004222" h="4114800">
                <a:moveTo>
                  <a:pt x="0" y="0"/>
                </a:moveTo>
                <a:lnTo>
                  <a:pt x="5004223" y="0"/>
                </a:lnTo>
                <a:lnTo>
                  <a:pt x="50042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5340192" y="1825126"/>
            <a:ext cx="7607617" cy="587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41"/>
              </a:lnSpc>
            </a:pPr>
            <a:r>
              <a:rPr lang="en-US" sz="21041" spc="-1346" dirty="0">
                <a:solidFill>
                  <a:srgbClr val="E48449"/>
                </a:solidFill>
                <a:latin typeface="Bungee"/>
                <a:ea typeface="Bungee"/>
                <a:cs typeface="Bungee"/>
                <a:sym typeface="Bungee"/>
              </a:rPr>
              <a:t>Quiz time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2876274"/>
            <a:ext cx="5753418" cy="7410726"/>
          </a:xfrm>
          <a:custGeom>
            <a:avLst/>
            <a:gdLst/>
            <a:ahLst/>
            <a:cxnLst/>
            <a:rect l="l" t="t" r="r" b="b"/>
            <a:pathLst>
              <a:path w="5753418" h="7410726">
                <a:moveTo>
                  <a:pt x="0" y="0"/>
                </a:moveTo>
                <a:lnTo>
                  <a:pt x="5753418" y="0"/>
                </a:lnTo>
                <a:lnTo>
                  <a:pt x="5753418" y="7410726"/>
                </a:lnTo>
                <a:lnTo>
                  <a:pt x="0" y="7410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632257">
            <a:off x="12789357" y="310504"/>
            <a:ext cx="5330548" cy="6963899"/>
          </a:xfrm>
          <a:custGeom>
            <a:avLst/>
            <a:gdLst/>
            <a:ahLst/>
            <a:cxnLst/>
            <a:rect l="l" t="t" r="r" b="b"/>
            <a:pathLst>
              <a:path w="5330548" h="6963899">
                <a:moveTo>
                  <a:pt x="0" y="0"/>
                </a:moveTo>
                <a:lnTo>
                  <a:pt x="5330548" y="0"/>
                </a:lnTo>
                <a:lnTo>
                  <a:pt x="5330548" y="6963899"/>
                </a:lnTo>
                <a:lnTo>
                  <a:pt x="0" y="69638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 rot="112712">
            <a:off x="13042410" y="4429725"/>
            <a:ext cx="6311267" cy="5875216"/>
          </a:xfrm>
          <a:custGeom>
            <a:avLst/>
            <a:gdLst/>
            <a:ahLst/>
            <a:cxnLst/>
            <a:rect l="l" t="t" r="r" b="b"/>
            <a:pathLst>
              <a:path w="6311267" h="5875216">
                <a:moveTo>
                  <a:pt x="0" y="0"/>
                </a:moveTo>
                <a:lnTo>
                  <a:pt x="6311267" y="0"/>
                </a:lnTo>
                <a:lnTo>
                  <a:pt x="6311267" y="5875216"/>
                </a:lnTo>
                <a:lnTo>
                  <a:pt x="0" y="58752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2559828">
            <a:off x="-1429473" y="-4285156"/>
            <a:ext cx="5886848" cy="8570311"/>
          </a:xfrm>
          <a:custGeom>
            <a:avLst/>
            <a:gdLst/>
            <a:ahLst/>
            <a:cxnLst/>
            <a:rect l="l" t="t" r="r" b="b"/>
            <a:pathLst>
              <a:path w="5886848" h="8570311">
                <a:moveTo>
                  <a:pt x="0" y="0"/>
                </a:moveTo>
                <a:lnTo>
                  <a:pt x="5886848" y="0"/>
                </a:lnTo>
                <a:lnTo>
                  <a:pt x="5886848" y="8570312"/>
                </a:lnTo>
                <a:lnTo>
                  <a:pt x="0" y="85703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2876709" y="1028700"/>
            <a:ext cx="2077212" cy="781787"/>
          </a:xfrm>
          <a:custGeom>
            <a:avLst/>
            <a:gdLst/>
            <a:ahLst/>
            <a:cxnLst/>
            <a:rect l="l" t="t" r="r" b="b"/>
            <a:pathLst>
              <a:path w="2077212" h="781787">
                <a:moveTo>
                  <a:pt x="0" y="0"/>
                </a:moveTo>
                <a:lnTo>
                  <a:pt x="2077212" y="0"/>
                </a:lnTo>
                <a:lnTo>
                  <a:pt x="2077212" y="781787"/>
                </a:lnTo>
                <a:lnTo>
                  <a:pt x="0" y="7817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 rot="2910401">
            <a:off x="12719670" y="84427"/>
            <a:ext cx="1466938" cy="2055097"/>
          </a:xfrm>
          <a:custGeom>
            <a:avLst/>
            <a:gdLst/>
            <a:ahLst/>
            <a:cxnLst/>
            <a:rect l="l" t="t" r="r" b="b"/>
            <a:pathLst>
              <a:path w="1466938" h="2055097">
                <a:moveTo>
                  <a:pt x="0" y="0"/>
                </a:moveTo>
                <a:lnTo>
                  <a:pt x="1466938" y="0"/>
                </a:lnTo>
                <a:lnTo>
                  <a:pt x="1466938" y="2055097"/>
                </a:lnTo>
                <a:lnTo>
                  <a:pt x="0" y="20550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>
            <a:off x="6117341" y="8924166"/>
            <a:ext cx="1934457" cy="668267"/>
          </a:xfrm>
          <a:custGeom>
            <a:avLst/>
            <a:gdLst/>
            <a:ahLst/>
            <a:cxnLst/>
            <a:rect l="l" t="t" r="r" b="b"/>
            <a:pathLst>
              <a:path w="1934457" h="668267">
                <a:moveTo>
                  <a:pt x="0" y="0"/>
                </a:moveTo>
                <a:lnTo>
                  <a:pt x="1934457" y="0"/>
                </a:lnTo>
                <a:lnTo>
                  <a:pt x="1934457" y="668268"/>
                </a:lnTo>
                <a:lnTo>
                  <a:pt x="0" y="66826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Box 12"/>
          <p:cNvSpPr txBox="1"/>
          <p:nvPr/>
        </p:nvSpPr>
        <p:spPr>
          <a:xfrm>
            <a:off x="7084569" y="7598334"/>
            <a:ext cx="4118861" cy="864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68"/>
              </a:lnSpc>
            </a:pPr>
            <a:r>
              <a:rPr lang="en-US" sz="4977" b="1">
                <a:solidFill>
                  <a:srgbClr val="181B22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JUGUEMOS</a:t>
            </a:r>
            <a:endParaRPr lang="en-US" sz="4977" b="1" dirty="0">
              <a:solidFill>
                <a:srgbClr val="181B22"/>
              </a:solidFill>
              <a:latin typeface="Balsamiq Sans Bold"/>
              <a:ea typeface="Balsamiq Sans Bold"/>
              <a:cs typeface="Balsamiq Sans Bold"/>
              <a:sym typeface="Balsamiq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796044" y="4230157"/>
            <a:ext cx="4954650" cy="5028143"/>
          </a:xfrm>
          <a:custGeom>
            <a:avLst/>
            <a:gdLst/>
            <a:ahLst/>
            <a:cxnLst/>
            <a:rect l="l" t="t" r="r" b="b"/>
            <a:pathLst>
              <a:path w="4954650" h="5028143">
                <a:moveTo>
                  <a:pt x="0" y="0"/>
                </a:moveTo>
                <a:lnTo>
                  <a:pt x="4954650" y="0"/>
                </a:lnTo>
                <a:lnTo>
                  <a:pt x="4954650" y="5028143"/>
                </a:lnTo>
                <a:lnTo>
                  <a:pt x="0" y="50281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8537306" y="4230157"/>
            <a:ext cx="4954650" cy="5028143"/>
          </a:xfrm>
          <a:custGeom>
            <a:avLst/>
            <a:gdLst/>
            <a:ahLst/>
            <a:cxnLst/>
            <a:rect l="l" t="t" r="r" b="b"/>
            <a:pathLst>
              <a:path w="4954650" h="5028143">
                <a:moveTo>
                  <a:pt x="0" y="0"/>
                </a:moveTo>
                <a:lnTo>
                  <a:pt x="4954650" y="0"/>
                </a:lnTo>
                <a:lnTo>
                  <a:pt x="4954650" y="5028143"/>
                </a:lnTo>
                <a:lnTo>
                  <a:pt x="0" y="50281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2197524" y="8027581"/>
            <a:ext cx="7315200" cy="3107668"/>
          </a:xfrm>
          <a:custGeom>
            <a:avLst/>
            <a:gdLst/>
            <a:ahLst/>
            <a:cxnLst/>
            <a:rect l="l" t="t" r="r" b="b"/>
            <a:pathLst>
              <a:path w="7315200" h="3107668">
                <a:moveTo>
                  <a:pt x="0" y="0"/>
                </a:moveTo>
                <a:lnTo>
                  <a:pt x="7315200" y="0"/>
                </a:lnTo>
                <a:lnTo>
                  <a:pt x="7315200" y="3107668"/>
                </a:lnTo>
                <a:lnTo>
                  <a:pt x="0" y="3107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4721778">
            <a:off x="-362915" y="-1374545"/>
            <a:ext cx="4766861" cy="5854527"/>
          </a:xfrm>
          <a:custGeom>
            <a:avLst/>
            <a:gdLst/>
            <a:ahLst/>
            <a:cxnLst/>
            <a:rect l="l" t="t" r="r" b="b"/>
            <a:pathLst>
              <a:path w="4766861" h="5854527">
                <a:moveTo>
                  <a:pt x="0" y="0"/>
                </a:moveTo>
                <a:lnTo>
                  <a:pt x="4766861" y="0"/>
                </a:lnTo>
                <a:lnTo>
                  <a:pt x="4766861" y="5854527"/>
                </a:lnTo>
                <a:lnTo>
                  <a:pt x="0" y="5854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998791" y="5571867"/>
            <a:ext cx="1916524" cy="825848"/>
          </a:xfrm>
          <a:custGeom>
            <a:avLst/>
            <a:gdLst/>
            <a:ahLst/>
            <a:cxnLst/>
            <a:rect l="l" t="t" r="r" b="b"/>
            <a:pathLst>
              <a:path w="1916524" h="825848">
                <a:moveTo>
                  <a:pt x="0" y="0"/>
                </a:moveTo>
                <a:lnTo>
                  <a:pt x="1916524" y="0"/>
                </a:lnTo>
                <a:lnTo>
                  <a:pt x="1916524" y="825848"/>
                </a:lnTo>
                <a:lnTo>
                  <a:pt x="0" y="8258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14621608" y="7200900"/>
            <a:ext cx="2637692" cy="2057400"/>
          </a:xfrm>
          <a:custGeom>
            <a:avLst/>
            <a:gdLst/>
            <a:ahLst/>
            <a:cxnLst/>
            <a:rect l="l" t="t" r="r" b="b"/>
            <a:pathLst>
              <a:path w="2637692" h="2057400">
                <a:moveTo>
                  <a:pt x="0" y="0"/>
                </a:moveTo>
                <a:lnTo>
                  <a:pt x="2637692" y="0"/>
                </a:lnTo>
                <a:lnTo>
                  <a:pt x="263769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14564811" y="1630023"/>
            <a:ext cx="2580625" cy="999406"/>
          </a:xfrm>
          <a:custGeom>
            <a:avLst/>
            <a:gdLst/>
            <a:ahLst/>
            <a:cxnLst/>
            <a:rect l="l" t="t" r="r" b="b"/>
            <a:pathLst>
              <a:path w="2580625" h="999406">
                <a:moveTo>
                  <a:pt x="0" y="0"/>
                </a:moveTo>
                <a:lnTo>
                  <a:pt x="2580626" y="0"/>
                </a:lnTo>
                <a:lnTo>
                  <a:pt x="2580626" y="999406"/>
                </a:lnTo>
                <a:lnTo>
                  <a:pt x="0" y="9994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TextBox 10"/>
          <p:cNvSpPr txBox="1"/>
          <p:nvPr/>
        </p:nvSpPr>
        <p:spPr>
          <a:xfrm>
            <a:off x="3600584" y="1019175"/>
            <a:ext cx="11086832" cy="3210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41"/>
              </a:lnSpc>
              <a:spcBef>
                <a:spcPct val="0"/>
              </a:spcBef>
            </a:pPr>
            <a:r>
              <a:rPr lang="en-US" sz="21041" spc="-1346">
                <a:solidFill>
                  <a:srgbClr val="E48449"/>
                </a:solidFill>
                <a:latin typeface="Bungee"/>
                <a:ea typeface="Bungee"/>
                <a:cs typeface="Bungee"/>
                <a:sym typeface="Bungee"/>
              </a:rPr>
              <a:t>Reglas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58170" y="5048250"/>
            <a:ext cx="7571659" cy="3560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94484" lvl="1" indent="-547242" algn="l">
              <a:lnSpc>
                <a:spcPts val="7097"/>
              </a:lnSpc>
              <a:buFont typeface="Arial"/>
              <a:buChar char="•"/>
            </a:pPr>
            <a:r>
              <a:rPr lang="en-US" sz="5069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Responde las preguntas</a:t>
            </a:r>
          </a:p>
          <a:p>
            <a:pPr marL="1094484" lvl="1" indent="-547242" algn="l">
              <a:lnSpc>
                <a:spcPts val="7097"/>
              </a:lnSpc>
              <a:buFont typeface="Arial"/>
              <a:buChar char="•"/>
            </a:pPr>
            <a:r>
              <a:rPr lang="en-US" sz="5069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Gana puntos</a:t>
            </a:r>
          </a:p>
          <a:p>
            <a:pPr marL="1094484" lvl="1" indent="-547242" algn="l">
              <a:lnSpc>
                <a:spcPts val="7097"/>
              </a:lnSpc>
              <a:buFont typeface="Arial"/>
              <a:buChar char="•"/>
            </a:pPr>
            <a:r>
              <a:rPr lang="en-US" sz="5069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Gana el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1979638"/>
            <a:ext cx="10656469" cy="5116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12"/>
              </a:lnSpc>
              <a:spcBef>
                <a:spcPct val="0"/>
              </a:spcBef>
            </a:pPr>
            <a:r>
              <a:rPr lang="en-US" sz="18312" spc="-1172">
                <a:solidFill>
                  <a:srgbClr val="E48449"/>
                </a:solidFill>
                <a:latin typeface="Bungee"/>
                <a:ea typeface="Bungee"/>
                <a:cs typeface="Bungee"/>
                <a:sym typeface="Bungee"/>
              </a:rPr>
              <a:t>estas listo?</a:t>
            </a:r>
          </a:p>
        </p:txBody>
      </p:sp>
      <p:sp>
        <p:nvSpPr>
          <p:cNvPr id="4" name="Freeform 4"/>
          <p:cNvSpPr/>
          <p:nvPr/>
        </p:nvSpPr>
        <p:spPr>
          <a:xfrm>
            <a:off x="10172700" y="4547270"/>
            <a:ext cx="8115300" cy="5739730"/>
          </a:xfrm>
          <a:custGeom>
            <a:avLst/>
            <a:gdLst/>
            <a:ahLst/>
            <a:cxnLst/>
            <a:rect l="l" t="t" r="r" b="b"/>
            <a:pathLst>
              <a:path w="8115300" h="5739730">
                <a:moveTo>
                  <a:pt x="0" y="0"/>
                </a:moveTo>
                <a:lnTo>
                  <a:pt x="8115300" y="0"/>
                </a:lnTo>
                <a:lnTo>
                  <a:pt x="8115300" y="5739730"/>
                </a:lnTo>
                <a:lnTo>
                  <a:pt x="0" y="5739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7550270" y="6776095"/>
            <a:ext cx="4134899" cy="3510905"/>
          </a:xfrm>
          <a:custGeom>
            <a:avLst/>
            <a:gdLst/>
            <a:ahLst/>
            <a:cxnLst/>
            <a:rect l="l" t="t" r="r" b="b"/>
            <a:pathLst>
              <a:path w="4134899" h="3510905">
                <a:moveTo>
                  <a:pt x="0" y="0"/>
                </a:moveTo>
                <a:lnTo>
                  <a:pt x="4134899" y="0"/>
                </a:lnTo>
                <a:lnTo>
                  <a:pt x="4134899" y="3510905"/>
                </a:lnTo>
                <a:lnTo>
                  <a:pt x="0" y="351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6556523">
            <a:off x="12345961" y="-3349645"/>
            <a:ext cx="7356127" cy="7550153"/>
          </a:xfrm>
          <a:custGeom>
            <a:avLst/>
            <a:gdLst/>
            <a:ahLst/>
            <a:cxnLst/>
            <a:rect l="l" t="t" r="r" b="b"/>
            <a:pathLst>
              <a:path w="7356127" h="7550153">
                <a:moveTo>
                  <a:pt x="0" y="0"/>
                </a:moveTo>
                <a:lnTo>
                  <a:pt x="7356127" y="0"/>
                </a:lnTo>
                <a:lnTo>
                  <a:pt x="7356127" y="7550153"/>
                </a:lnTo>
                <a:lnTo>
                  <a:pt x="0" y="75501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1685169" y="1989163"/>
            <a:ext cx="2740062" cy="896748"/>
          </a:xfrm>
          <a:custGeom>
            <a:avLst/>
            <a:gdLst/>
            <a:ahLst/>
            <a:cxnLst/>
            <a:rect l="l" t="t" r="r" b="b"/>
            <a:pathLst>
              <a:path w="2740062" h="896748">
                <a:moveTo>
                  <a:pt x="0" y="0"/>
                </a:moveTo>
                <a:lnTo>
                  <a:pt x="2740062" y="0"/>
                </a:lnTo>
                <a:lnTo>
                  <a:pt x="2740062" y="896747"/>
                </a:lnTo>
                <a:lnTo>
                  <a:pt x="0" y="8967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1769116" y="559141"/>
            <a:ext cx="1430022" cy="1430022"/>
          </a:xfrm>
          <a:custGeom>
            <a:avLst/>
            <a:gdLst/>
            <a:ahLst/>
            <a:cxnLst/>
            <a:rect l="l" t="t" r="r" b="b"/>
            <a:pathLst>
              <a:path w="1430022" h="1430022">
                <a:moveTo>
                  <a:pt x="0" y="0"/>
                </a:moveTo>
                <a:lnTo>
                  <a:pt x="1430021" y="0"/>
                </a:lnTo>
                <a:lnTo>
                  <a:pt x="1430021" y="1430022"/>
                </a:lnTo>
                <a:lnTo>
                  <a:pt x="0" y="14300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1028700" y="7929269"/>
            <a:ext cx="2995766" cy="2658062"/>
          </a:xfrm>
          <a:custGeom>
            <a:avLst/>
            <a:gdLst/>
            <a:ahLst/>
            <a:cxnLst/>
            <a:rect l="l" t="t" r="r" b="b"/>
            <a:pathLst>
              <a:path w="2995766" h="2658062">
                <a:moveTo>
                  <a:pt x="0" y="0"/>
                </a:moveTo>
                <a:lnTo>
                  <a:pt x="2995766" y="0"/>
                </a:lnTo>
                <a:lnTo>
                  <a:pt x="2995766" y="2658062"/>
                </a:lnTo>
                <a:lnTo>
                  <a:pt x="0" y="265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868824">
            <a:off x="12872497" y="5340597"/>
            <a:ext cx="5285337" cy="7835405"/>
          </a:xfrm>
          <a:custGeom>
            <a:avLst/>
            <a:gdLst/>
            <a:ahLst/>
            <a:cxnLst/>
            <a:rect l="l" t="t" r="r" b="b"/>
            <a:pathLst>
              <a:path w="5285337" h="7835405">
                <a:moveTo>
                  <a:pt x="0" y="0"/>
                </a:moveTo>
                <a:lnTo>
                  <a:pt x="5285337" y="0"/>
                </a:lnTo>
                <a:lnTo>
                  <a:pt x="5285337" y="7835406"/>
                </a:lnTo>
                <a:lnTo>
                  <a:pt x="0" y="7835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788718">
            <a:off x="11336254" y="530704"/>
            <a:ext cx="3767342" cy="5312918"/>
          </a:xfrm>
          <a:custGeom>
            <a:avLst/>
            <a:gdLst/>
            <a:ahLst/>
            <a:cxnLst/>
            <a:rect l="l" t="t" r="r" b="b"/>
            <a:pathLst>
              <a:path w="3767342" h="5312918">
                <a:moveTo>
                  <a:pt x="0" y="0"/>
                </a:moveTo>
                <a:lnTo>
                  <a:pt x="3767342" y="0"/>
                </a:lnTo>
                <a:lnTo>
                  <a:pt x="3767342" y="5312918"/>
                </a:lnTo>
                <a:lnTo>
                  <a:pt x="0" y="53129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" name="Group 5"/>
          <p:cNvGrpSpPr/>
          <p:nvPr/>
        </p:nvGrpSpPr>
        <p:grpSpPr>
          <a:xfrm>
            <a:off x="5689560" y="5865383"/>
            <a:ext cx="4670161" cy="896517"/>
            <a:chOff x="0" y="0"/>
            <a:chExt cx="1230001" cy="236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493" y="7022166"/>
            <a:ext cx="4670161" cy="896517"/>
            <a:chOff x="0" y="0"/>
            <a:chExt cx="1230001" cy="236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493" y="5904691"/>
            <a:ext cx="4670161" cy="896517"/>
            <a:chOff x="0" y="0"/>
            <a:chExt cx="1230001" cy="236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89560" y="7022166"/>
            <a:ext cx="4670161" cy="896517"/>
            <a:chOff x="0" y="0"/>
            <a:chExt cx="1230001" cy="236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5876457">
            <a:off x="-314341" y="-3213404"/>
            <a:ext cx="4766861" cy="5854527"/>
          </a:xfrm>
          <a:custGeom>
            <a:avLst/>
            <a:gdLst/>
            <a:ahLst/>
            <a:cxnLst/>
            <a:rect l="l" t="t" r="r" b="b"/>
            <a:pathLst>
              <a:path w="4766861" h="5854527">
                <a:moveTo>
                  <a:pt x="0" y="0"/>
                </a:moveTo>
                <a:lnTo>
                  <a:pt x="4766861" y="0"/>
                </a:lnTo>
                <a:lnTo>
                  <a:pt x="4766861" y="5854527"/>
                </a:lnTo>
                <a:lnTo>
                  <a:pt x="0" y="5854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Freeform 18"/>
          <p:cNvSpPr/>
          <p:nvPr/>
        </p:nvSpPr>
        <p:spPr>
          <a:xfrm rot="3520869">
            <a:off x="-2502111" y="7463202"/>
            <a:ext cx="5004222" cy="4114800"/>
          </a:xfrm>
          <a:custGeom>
            <a:avLst/>
            <a:gdLst/>
            <a:ahLst/>
            <a:cxnLst/>
            <a:rect l="l" t="t" r="r" b="b"/>
            <a:pathLst>
              <a:path w="5004222" h="4114800">
                <a:moveTo>
                  <a:pt x="0" y="0"/>
                </a:moveTo>
                <a:lnTo>
                  <a:pt x="5004222" y="0"/>
                </a:lnTo>
                <a:lnTo>
                  <a:pt x="5004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237482" y="1028700"/>
            <a:ext cx="1430022" cy="1430022"/>
          </a:xfrm>
          <a:custGeom>
            <a:avLst/>
            <a:gdLst/>
            <a:ahLst/>
            <a:cxnLst/>
            <a:rect l="l" t="t" r="r" b="b"/>
            <a:pathLst>
              <a:path w="1430022" h="1430022">
                <a:moveTo>
                  <a:pt x="0" y="0"/>
                </a:moveTo>
                <a:lnTo>
                  <a:pt x="1430022" y="0"/>
                </a:lnTo>
                <a:lnTo>
                  <a:pt x="1430022" y="1430022"/>
                </a:lnTo>
                <a:lnTo>
                  <a:pt x="0" y="14300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Freeform 20"/>
          <p:cNvSpPr/>
          <p:nvPr/>
        </p:nvSpPr>
        <p:spPr>
          <a:xfrm>
            <a:off x="4717596" y="8480191"/>
            <a:ext cx="4114997" cy="1556217"/>
          </a:xfrm>
          <a:custGeom>
            <a:avLst/>
            <a:gdLst/>
            <a:ahLst/>
            <a:cxnLst/>
            <a:rect l="l" t="t" r="r" b="b"/>
            <a:pathLst>
              <a:path w="4114997" h="1556217">
                <a:moveTo>
                  <a:pt x="0" y="0"/>
                </a:moveTo>
                <a:lnTo>
                  <a:pt x="4114997" y="0"/>
                </a:lnTo>
                <a:lnTo>
                  <a:pt x="4114997" y="1556218"/>
                </a:lnTo>
                <a:lnTo>
                  <a:pt x="0" y="15562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/>
          <p:cNvSpPr txBox="1"/>
          <p:nvPr/>
        </p:nvSpPr>
        <p:spPr>
          <a:xfrm>
            <a:off x="1028700" y="2332507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FFFAF8"/>
                </a:solidFill>
                <a:latin typeface="Bungee"/>
                <a:ea typeface="Bungee"/>
                <a:cs typeface="Bungee"/>
                <a:sym typeface="Bungee"/>
              </a:rPr>
              <a:t>opcion multiple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05444" y="4446962"/>
            <a:ext cx="5984233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Cuanto es 1 + 1?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9470" y="5683300"/>
            <a:ext cx="4243184" cy="212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A. 3</a:t>
            </a:r>
          </a:p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B. 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2064" y="5683300"/>
            <a:ext cx="4620004" cy="213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C. 2</a:t>
            </a:r>
          </a:p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D. 5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5689560" y="5865383"/>
            <a:ext cx="4670161" cy="896517"/>
            <a:chOff x="0" y="0"/>
            <a:chExt cx="1230001" cy="236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D78F28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493" y="7022166"/>
            <a:ext cx="4670161" cy="896517"/>
            <a:chOff x="0" y="0"/>
            <a:chExt cx="1230001" cy="236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9459" y="5865383"/>
            <a:ext cx="4670161" cy="896517"/>
            <a:chOff x="0" y="0"/>
            <a:chExt cx="1230001" cy="236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89560" y="7022166"/>
            <a:ext cx="4670161" cy="896517"/>
            <a:chOff x="0" y="0"/>
            <a:chExt cx="1230001" cy="236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26393" y="1352776"/>
            <a:ext cx="6305777" cy="6734325"/>
          </a:xfrm>
          <a:custGeom>
            <a:avLst/>
            <a:gdLst/>
            <a:ahLst/>
            <a:cxnLst/>
            <a:rect l="l" t="t" r="r" b="b"/>
            <a:pathLst>
              <a:path w="6305777" h="6734325">
                <a:moveTo>
                  <a:pt x="0" y="0"/>
                </a:moveTo>
                <a:lnTo>
                  <a:pt x="6305777" y="0"/>
                </a:lnTo>
                <a:lnTo>
                  <a:pt x="6305777" y="6734326"/>
                </a:lnTo>
                <a:lnTo>
                  <a:pt x="0" y="6734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/>
          <p:cNvSpPr/>
          <p:nvPr/>
        </p:nvSpPr>
        <p:spPr>
          <a:xfrm rot="1032250">
            <a:off x="-658605" y="8607495"/>
            <a:ext cx="7315200" cy="3107668"/>
          </a:xfrm>
          <a:custGeom>
            <a:avLst/>
            <a:gdLst/>
            <a:ahLst/>
            <a:cxnLst/>
            <a:rect l="l" t="t" r="r" b="b"/>
            <a:pathLst>
              <a:path w="7315200" h="3107668">
                <a:moveTo>
                  <a:pt x="0" y="0"/>
                </a:moveTo>
                <a:lnTo>
                  <a:pt x="7315200" y="0"/>
                </a:lnTo>
                <a:lnTo>
                  <a:pt x="7315200" y="3107668"/>
                </a:lnTo>
                <a:lnTo>
                  <a:pt x="0" y="3107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17"/>
          <p:cNvSpPr/>
          <p:nvPr/>
        </p:nvSpPr>
        <p:spPr>
          <a:xfrm rot="5327199">
            <a:off x="-1310969" y="-557883"/>
            <a:ext cx="5395925" cy="4114800"/>
          </a:xfrm>
          <a:custGeom>
            <a:avLst/>
            <a:gdLst/>
            <a:ahLst/>
            <a:cxnLst/>
            <a:rect l="l" t="t" r="r" b="b"/>
            <a:pathLst>
              <a:path w="5395925" h="4114800">
                <a:moveTo>
                  <a:pt x="0" y="0"/>
                </a:moveTo>
                <a:lnTo>
                  <a:pt x="5395925" y="0"/>
                </a:lnTo>
                <a:lnTo>
                  <a:pt x="5395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Freeform 18"/>
          <p:cNvSpPr/>
          <p:nvPr/>
        </p:nvSpPr>
        <p:spPr>
          <a:xfrm>
            <a:off x="7309629" y="8543289"/>
            <a:ext cx="1430022" cy="1430022"/>
          </a:xfrm>
          <a:custGeom>
            <a:avLst/>
            <a:gdLst/>
            <a:ahLst/>
            <a:cxnLst/>
            <a:rect l="l" t="t" r="r" b="b"/>
            <a:pathLst>
              <a:path w="1430022" h="1430022">
                <a:moveTo>
                  <a:pt x="0" y="0"/>
                </a:moveTo>
                <a:lnTo>
                  <a:pt x="1430022" y="0"/>
                </a:lnTo>
                <a:lnTo>
                  <a:pt x="1430022" y="1430022"/>
                </a:lnTo>
                <a:lnTo>
                  <a:pt x="0" y="14300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2587503" y="31205"/>
            <a:ext cx="2580625" cy="999406"/>
          </a:xfrm>
          <a:custGeom>
            <a:avLst/>
            <a:gdLst/>
            <a:ahLst/>
            <a:cxnLst/>
            <a:rect l="l" t="t" r="r" b="b"/>
            <a:pathLst>
              <a:path w="2580625" h="999406">
                <a:moveTo>
                  <a:pt x="0" y="0"/>
                </a:moveTo>
                <a:lnTo>
                  <a:pt x="2580626" y="0"/>
                </a:lnTo>
                <a:lnTo>
                  <a:pt x="2580626" y="999406"/>
                </a:lnTo>
                <a:lnTo>
                  <a:pt x="0" y="999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952493" y="2326011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1F7847"/>
                </a:solidFill>
                <a:latin typeface="Bungee"/>
                <a:ea typeface="Bungee"/>
                <a:cs typeface="Bungee"/>
                <a:sym typeface="Bungee"/>
              </a:rPr>
              <a:t>Correct0!!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7503" y="4634214"/>
            <a:ext cx="5984233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Cuanto es 1 + 1?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5982" y="5693211"/>
            <a:ext cx="4243184" cy="212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A.3</a:t>
            </a:r>
          </a:p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B.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92064" y="5683300"/>
            <a:ext cx="4620004" cy="213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C. 2</a:t>
            </a:r>
          </a:p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D. 5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485602" y="8543289"/>
            <a:ext cx="3646568" cy="1368724"/>
            <a:chOff x="0" y="0"/>
            <a:chExt cx="960413" cy="36048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667996" y="8550650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ADELANTE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5689560" y="5865383"/>
            <a:ext cx="4670161" cy="896517"/>
            <a:chOff x="0" y="0"/>
            <a:chExt cx="1230001" cy="236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D78F28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493" y="7022166"/>
            <a:ext cx="4670161" cy="896517"/>
            <a:chOff x="0" y="0"/>
            <a:chExt cx="1230001" cy="236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9459" y="5865383"/>
            <a:ext cx="4670161" cy="896517"/>
            <a:chOff x="0" y="0"/>
            <a:chExt cx="1230001" cy="236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89560" y="7022166"/>
            <a:ext cx="4670161" cy="896517"/>
            <a:chOff x="0" y="0"/>
            <a:chExt cx="1230001" cy="236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953523" y="1873169"/>
            <a:ext cx="6305777" cy="6734325"/>
          </a:xfrm>
          <a:custGeom>
            <a:avLst/>
            <a:gdLst/>
            <a:ahLst/>
            <a:cxnLst/>
            <a:rect l="l" t="t" r="r" b="b"/>
            <a:pathLst>
              <a:path w="6305777" h="6734325">
                <a:moveTo>
                  <a:pt x="0" y="0"/>
                </a:moveTo>
                <a:lnTo>
                  <a:pt x="6305777" y="0"/>
                </a:lnTo>
                <a:lnTo>
                  <a:pt x="6305777" y="6734326"/>
                </a:lnTo>
                <a:lnTo>
                  <a:pt x="0" y="6734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/>
          <p:cNvSpPr/>
          <p:nvPr/>
        </p:nvSpPr>
        <p:spPr>
          <a:xfrm rot="1032250">
            <a:off x="-658605" y="8607495"/>
            <a:ext cx="7315200" cy="3107668"/>
          </a:xfrm>
          <a:custGeom>
            <a:avLst/>
            <a:gdLst/>
            <a:ahLst/>
            <a:cxnLst/>
            <a:rect l="l" t="t" r="r" b="b"/>
            <a:pathLst>
              <a:path w="7315200" h="3107668">
                <a:moveTo>
                  <a:pt x="0" y="0"/>
                </a:moveTo>
                <a:lnTo>
                  <a:pt x="7315200" y="0"/>
                </a:lnTo>
                <a:lnTo>
                  <a:pt x="7315200" y="3107668"/>
                </a:lnTo>
                <a:lnTo>
                  <a:pt x="0" y="3107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17"/>
          <p:cNvSpPr/>
          <p:nvPr/>
        </p:nvSpPr>
        <p:spPr>
          <a:xfrm rot="5327199">
            <a:off x="-1310969" y="-557883"/>
            <a:ext cx="5395925" cy="4114800"/>
          </a:xfrm>
          <a:custGeom>
            <a:avLst/>
            <a:gdLst/>
            <a:ahLst/>
            <a:cxnLst/>
            <a:rect l="l" t="t" r="r" b="b"/>
            <a:pathLst>
              <a:path w="5395925" h="4114800">
                <a:moveTo>
                  <a:pt x="0" y="0"/>
                </a:moveTo>
                <a:lnTo>
                  <a:pt x="5395925" y="0"/>
                </a:lnTo>
                <a:lnTo>
                  <a:pt x="5395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Freeform 18"/>
          <p:cNvSpPr/>
          <p:nvPr/>
        </p:nvSpPr>
        <p:spPr>
          <a:xfrm>
            <a:off x="7309629" y="8543289"/>
            <a:ext cx="1430022" cy="1430022"/>
          </a:xfrm>
          <a:custGeom>
            <a:avLst/>
            <a:gdLst/>
            <a:ahLst/>
            <a:cxnLst/>
            <a:rect l="l" t="t" r="r" b="b"/>
            <a:pathLst>
              <a:path w="1430022" h="1430022">
                <a:moveTo>
                  <a:pt x="0" y="0"/>
                </a:moveTo>
                <a:lnTo>
                  <a:pt x="1430022" y="0"/>
                </a:lnTo>
                <a:lnTo>
                  <a:pt x="1430022" y="1430022"/>
                </a:lnTo>
                <a:lnTo>
                  <a:pt x="0" y="14300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2587503" y="31205"/>
            <a:ext cx="2580625" cy="999406"/>
          </a:xfrm>
          <a:custGeom>
            <a:avLst/>
            <a:gdLst/>
            <a:ahLst/>
            <a:cxnLst/>
            <a:rect l="l" t="t" r="r" b="b"/>
            <a:pathLst>
              <a:path w="2580625" h="999406">
                <a:moveTo>
                  <a:pt x="0" y="0"/>
                </a:moveTo>
                <a:lnTo>
                  <a:pt x="2580626" y="0"/>
                </a:lnTo>
                <a:lnTo>
                  <a:pt x="2580626" y="999406"/>
                </a:lnTo>
                <a:lnTo>
                  <a:pt x="0" y="999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952493" y="2326011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FF3131"/>
                </a:solidFill>
                <a:latin typeface="Bungee"/>
                <a:ea typeface="Bungee"/>
                <a:cs typeface="Bungee"/>
                <a:sym typeface="Bungee"/>
              </a:rPr>
              <a:t>incorrecto!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7503" y="4634214"/>
            <a:ext cx="5984233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Cuanto es 1 + 1?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5982" y="5693211"/>
            <a:ext cx="4243184" cy="212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A.3</a:t>
            </a:r>
          </a:p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B.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92064" y="5683300"/>
            <a:ext cx="4620004" cy="213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C. 2</a:t>
            </a:r>
          </a:p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D. 5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485602" y="8543289"/>
            <a:ext cx="3646568" cy="1368724"/>
            <a:chOff x="0" y="0"/>
            <a:chExt cx="960413" cy="36048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667996" y="8550650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ADELANTE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1270589">
            <a:off x="13742017" y="-62512"/>
            <a:ext cx="4511527" cy="4544579"/>
          </a:xfrm>
          <a:custGeom>
            <a:avLst/>
            <a:gdLst/>
            <a:ahLst/>
            <a:cxnLst/>
            <a:rect l="l" t="t" r="r" b="b"/>
            <a:pathLst>
              <a:path w="4511527" h="4544579">
                <a:moveTo>
                  <a:pt x="0" y="0"/>
                </a:moveTo>
                <a:lnTo>
                  <a:pt x="4511527" y="0"/>
                </a:lnTo>
                <a:lnTo>
                  <a:pt x="4511527" y="4544578"/>
                </a:lnTo>
                <a:lnTo>
                  <a:pt x="0" y="45445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9673711" y="4216792"/>
            <a:ext cx="6749064" cy="8052029"/>
          </a:xfrm>
          <a:custGeom>
            <a:avLst/>
            <a:gdLst/>
            <a:ahLst/>
            <a:cxnLst/>
            <a:rect l="l" t="t" r="r" b="b"/>
            <a:pathLst>
              <a:path w="6749064" h="8052029">
                <a:moveTo>
                  <a:pt x="0" y="0"/>
                </a:moveTo>
                <a:lnTo>
                  <a:pt x="6749064" y="0"/>
                </a:lnTo>
                <a:lnTo>
                  <a:pt x="6749064" y="8052028"/>
                </a:lnTo>
                <a:lnTo>
                  <a:pt x="0" y="80520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-10598116">
            <a:off x="-801749" y="-771532"/>
            <a:ext cx="7315200" cy="3107668"/>
          </a:xfrm>
          <a:custGeom>
            <a:avLst/>
            <a:gdLst/>
            <a:ahLst/>
            <a:cxnLst/>
            <a:rect l="l" t="t" r="r" b="b"/>
            <a:pathLst>
              <a:path w="7315200" h="3107668">
                <a:moveTo>
                  <a:pt x="0" y="0"/>
                </a:moveTo>
                <a:lnTo>
                  <a:pt x="7315200" y="0"/>
                </a:lnTo>
                <a:lnTo>
                  <a:pt x="7315200" y="3107668"/>
                </a:lnTo>
                <a:lnTo>
                  <a:pt x="0" y="3107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2274661">
            <a:off x="-1473411" y="7879174"/>
            <a:ext cx="5004222" cy="4114800"/>
          </a:xfrm>
          <a:custGeom>
            <a:avLst/>
            <a:gdLst/>
            <a:ahLst/>
            <a:cxnLst/>
            <a:rect l="l" t="t" r="r" b="b"/>
            <a:pathLst>
              <a:path w="5004222" h="4114800">
                <a:moveTo>
                  <a:pt x="0" y="0"/>
                </a:moveTo>
                <a:lnTo>
                  <a:pt x="5004222" y="0"/>
                </a:lnTo>
                <a:lnTo>
                  <a:pt x="5004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3420906" y="8051307"/>
            <a:ext cx="2124789" cy="1885267"/>
          </a:xfrm>
          <a:custGeom>
            <a:avLst/>
            <a:gdLst/>
            <a:ahLst/>
            <a:cxnLst/>
            <a:rect l="l" t="t" r="r" b="b"/>
            <a:pathLst>
              <a:path w="2124789" h="1885267">
                <a:moveTo>
                  <a:pt x="0" y="0"/>
                </a:moveTo>
                <a:lnTo>
                  <a:pt x="2124789" y="0"/>
                </a:lnTo>
                <a:lnTo>
                  <a:pt x="2124789" y="1885267"/>
                </a:lnTo>
                <a:lnTo>
                  <a:pt x="0" y="1885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5823878" y="250591"/>
            <a:ext cx="4114997" cy="1556217"/>
          </a:xfrm>
          <a:custGeom>
            <a:avLst/>
            <a:gdLst/>
            <a:ahLst/>
            <a:cxnLst/>
            <a:rect l="l" t="t" r="r" b="b"/>
            <a:pathLst>
              <a:path w="4114997" h="1556217">
                <a:moveTo>
                  <a:pt x="0" y="0"/>
                </a:moveTo>
                <a:lnTo>
                  <a:pt x="4114997" y="0"/>
                </a:lnTo>
                <a:lnTo>
                  <a:pt x="4114997" y="1556218"/>
                </a:lnTo>
                <a:lnTo>
                  <a:pt x="0" y="15562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1028700" y="2873862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FFFAF8"/>
                </a:solidFill>
                <a:latin typeface="Bungee"/>
                <a:ea typeface="Bungee"/>
                <a:cs typeface="Bungee"/>
                <a:sym typeface="Bungee"/>
              </a:rPr>
              <a:t>Falso o verdadero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10416" y="4820356"/>
            <a:ext cx="7563295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La luna esta hecha de queso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043348" y="5879449"/>
            <a:ext cx="3502347" cy="896517"/>
            <a:chOff x="0" y="0"/>
            <a:chExt cx="922429" cy="236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2429" cy="236120"/>
            </a:xfrm>
            <a:custGeom>
              <a:avLst/>
              <a:gdLst/>
              <a:ahLst/>
              <a:cxnLst/>
              <a:rect l="l" t="t" r="r" b="b"/>
              <a:pathLst>
                <a:path w="922429" h="236120">
                  <a:moveTo>
                    <a:pt x="86209" y="0"/>
                  </a:moveTo>
                  <a:lnTo>
                    <a:pt x="836220" y="0"/>
                  </a:lnTo>
                  <a:cubicBezTo>
                    <a:pt x="859084" y="0"/>
                    <a:pt x="881011" y="9083"/>
                    <a:pt x="897179" y="25250"/>
                  </a:cubicBezTo>
                  <a:cubicBezTo>
                    <a:pt x="913346" y="41417"/>
                    <a:pt x="922429" y="63345"/>
                    <a:pt x="922429" y="86209"/>
                  </a:cubicBezTo>
                  <a:lnTo>
                    <a:pt x="922429" y="149910"/>
                  </a:lnTo>
                  <a:cubicBezTo>
                    <a:pt x="922429" y="197523"/>
                    <a:pt x="883832" y="236120"/>
                    <a:pt x="836220" y="236120"/>
                  </a:cubicBezTo>
                  <a:lnTo>
                    <a:pt x="86209" y="236120"/>
                  </a:lnTo>
                  <a:cubicBezTo>
                    <a:pt x="63345" y="236120"/>
                    <a:pt x="41417" y="227037"/>
                    <a:pt x="25250" y="210870"/>
                  </a:cubicBezTo>
                  <a:cubicBezTo>
                    <a:pt x="9083" y="194702"/>
                    <a:pt x="0" y="172775"/>
                    <a:pt x="0" y="149910"/>
                  </a:cubicBezTo>
                  <a:lnTo>
                    <a:pt x="0" y="86209"/>
                  </a:lnTo>
                  <a:cubicBezTo>
                    <a:pt x="0" y="38597"/>
                    <a:pt x="38597" y="0"/>
                    <a:pt x="86209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2429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02571" y="5653184"/>
            <a:ext cx="2783900" cy="10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Verdadero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130203" y="5879449"/>
            <a:ext cx="3502347" cy="896517"/>
            <a:chOff x="0" y="0"/>
            <a:chExt cx="922429" cy="236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2429" cy="236120"/>
            </a:xfrm>
            <a:custGeom>
              <a:avLst/>
              <a:gdLst/>
              <a:ahLst/>
              <a:cxnLst/>
              <a:rect l="l" t="t" r="r" b="b"/>
              <a:pathLst>
                <a:path w="922429" h="236120">
                  <a:moveTo>
                    <a:pt x="86209" y="0"/>
                  </a:moveTo>
                  <a:lnTo>
                    <a:pt x="836220" y="0"/>
                  </a:lnTo>
                  <a:cubicBezTo>
                    <a:pt x="859084" y="0"/>
                    <a:pt x="881011" y="9083"/>
                    <a:pt x="897179" y="25250"/>
                  </a:cubicBezTo>
                  <a:cubicBezTo>
                    <a:pt x="913346" y="41417"/>
                    <a:pt x="922429" y="63345"/>
                    <a:pt x="922429" y="86209"/>
                  </a:cubicBezTo>
                  <a:lnTo>
                    <a:pt x="922429" y="149910"/>
                  </a:lnTo>
                  <a:cubicBezTo>
                    <a:pt x="922429" y="197523"/>
                    <a:pt x="883832" y="236120"/>
                    <a:pt x="836220" y="236120"/>
                  </a:cubicBezTo>
                  <a:lnTo>
                    <a:pt x="86209" y="236120"/>
                  </a:lnTo>
                  <a:cubicBezTo>
                    <a:pt x="63345" y="236120"/>
                    <a:pt x="41417" y="227037"/>
                    <a:pt x="25250" y="210870"/>
                  </a:cubicBezTo>
                  <a:cubicBezTo>
                    <a:pt x="9083" y="194702"/>
                    <a:pt x="0" y="172775"/>
                    <a:pt x="0" y="149910"/>
                  </a:cubicBezTo>
                  <a:lnTo>
                    <a:pt x="0" y="86209"/>
                  </a:lnTo>
                  <a:cubicBezTo>
                    <a:pt x="0" y="38597"/>
                    <a:pt x="38597" y="0"/>
                    <a:pt x="8620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22429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42302" y="5653184"/>
            <a:ext cx="1878147" cy="10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Falso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2043348" y="5879449"/>
            <a:ext cx="3502347" cy="896517"/>
            <a:chOff x="0" y="0"/>
            <a:chExt cx="922429" cy="236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2429" cy="236120"/>
            </a:xfrm>
            <a:custGeom>
              <a:avLst/>
              <a:gdLst/>
              <a:ahLst/>
              <a:cxnLst/>
              <a:rect l="l" t="t" r="r" b="b"/>
              <a:pathLst>
                <a:path w="922429" h="236120">
                  <a:moveTo>
                    <a:pt x="86209" y="0"/>
                  </a:moveTo>
                  <a:lnTo>
                    <a:pt x="836220" y="0"/>
                  </a:lnTo>
                  <a:cubicBezTo>
                    <a:pt x="859084" y="0"/>
                    <a:pt x="881011" y="9083"/>
                    <a:pt x="897179" y="25250"/>
                  </a:cubicBezTo>
                  <a:cubicBezTo>
                    <a:pt x="913346" y="41417"/>
                    <a:pt x="922429" y="63345"/>
                    <a:pt x="922429" y="86209"/>
                  </a:cubicBezTo>
                  <a:lnTo>
                    <a:pt x="922429" y="149910"/>
                  </a:lnTo>
                  <a:cubicBezTo>
                    <a:pt x="922429" y="197523"/>
                    <a:pt x="883832" y="236120"/>
                    <a:pt x="836220" y="236120"/>
                  </a:cubicBezTo>
                  <a:lnTo>
                    <a:pt x="86209" y="236120"/>
                  </a:lnTo>
                  <a:cubicBezTo>
                    <a:pt x="63345" y="236120"/>
                    <a:pt x="41417" y="227037"/>
                    <a:pt x="25250" y="210870"/>
                  </a:cubicBezTo>
                  <a:cubicBezTo>
                    <a:pt x="9083" y="194702"/>
                    <a:pt x="0" y="172775"/>
                    <a:pt x="0" y="149910"/>
                  </a:cubicBezTo>
                  <a:lnTo>
                    <a:pt x="0" y="86209"/>
                  </a:lnTo>
                  <a:cubicBezTo>
                    <a:pt x="0" y="38597"/>
                    <a:pt x="38597" y="0"/>
                    <a:pt x="86209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22429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598116">
            <a:off x="-801749" y="-771532"/>
            <a:ext cx="7315200" cy="3107668"/>
          </a:xfrm>
          <a:custGeom>
            <a:avLst/>
            <a:gdLst/>
            <a:ahLst/>
            <a:cxnLst/>
            <a:rect l="l" t="t" r="r" b="b"/>
            <a:pathLst>
              <a:path w="7315200" h="3107668">
                <a:moveTo>
                  <a:pt x="0" y="0"/>
                </a:moveTo>
                <a:lnTo>
                  <a:pt x="7315200" y="0"/>
                </a:lnTo>
                <a:lnTo>
                  <a:pt x="7315200" y="3107668"/>
                </a:lnTo>
                <a:lnTo>
                  <a:pt x="0" y="3107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 rot="2274661">
            <a:off x="-1473411" y="7879174"/>
            <a:ext cx="5004222" cy="4114800"/>
          </a:xfrm>
          <a:custGeom>
            <a:avLst/>
            <a:gdLst/>
            <a:ahLst/>
            <a:cxnLst/>
            <a:rect l="l" t="t" r="r" b="b"/>
            <a:pathLst>
              <a:path w="5004222" h="4114800">
                <a:moveTo>
                  <a:pt x="0" y="0"/>
                </a:moveTo>
                <a:lnTo>
                  <a:pt x="5004222" y="0"/>
                </a:lnTo>
                <a:lnTo>
                  <a:pt x="5004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3420906" y="8051307"/>
            <a:ext cx="2124789" cy="1885267"/>
          </a:xfrm>
          <a:custGeom>
            <a:avLst/>
            <a:gdLst/>
            <a:ahLst/>
            <a:cxnLst/>
            <a:rect l="l" t="t" r="r" b="b"/>
            <a:pathLst>
              <a:path w="2124789" h="1885267">
                <a:moveTo>
                  <a:pt x="0" y="0"/>
                </a:moveTo>
                <a:lnTo>
                  <a:pt x="2124789" y="0"/>
                </a:lnTo>
                <a:lnTo>
                  <a:pt x="2124789" y="1885267"/>
                </a:lnTo>
                <a:lnTo>
                  <a:pt x="0" y="1885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5823878" y="250591"/>
            <a:ext cx="4114997" cy="1556217"/>
          </a:xfrm>
          <a:custGeom>
            <a:avLst/>
            <a:gdLst/>
            <a:ahLst/>
            <a:cxnLst/>
            <a:rect l="l" t="t" r="r" b="b"/>
            <a:pathLst>
              <a:path w="4114997" h="1556217">
                <a:moveTo>
                  <a:pt x="0" y="0"/>
                </a:moveTo>
                <a:lnTo>
                  <a:pt x="4114997" y="0"/>
                </a:lnTo>
                <a:lnTo>
                  <a:pt x="4114997" y="1556218"/>
                </a:lnTo>
                <a:lnTo>
                  <a:pt x="0" y="15562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 rot="-814655">
            <a:off x="10911035" y="230161"/>
            <a:ext cx="3948770" cy="3948770"/>
          </a:xfrm>
          <a:custGeom>
            <a:avLst/>
            <a:gdLst/>
            <a:ahLst/>
            <a:cxnLst/>
            <a:rect l="l" t="t" r="r" b="b"/>
            <a:pathLst>
              <a:path w="3948770" h="3948770">
                <a:moveTo>
                  <a:pt x="0" y="0"/>
                </a:moveTo>
                <a:lnTo>
                  <a:pt x="3948770" y="0"/>
                </a:lnTo>
                <a:lnTo>
                  <a:pt x="3948770" y="3948770"/>
                </a:lnTo>
                <a:lnTo>
                  <a:pt x="0" y="3948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rot="296557">
            <a:off x="10259302" y="4160583"/>
            <a:ext cx="7955013" cy="7781449"/>
          </a:xfrm>
          <a:custGeom>
            <a:avLst/>
            <a:gdLst/>
            <a:ahLst/>
            <a:cxnLst/>
            <a:rect l="l" t="t" r="r" b="b"/>
            <a:pathLst>
              <a:path w="7955013" h="7781449">
                <a:moveTo>
                  <a:pt x="0" y="0"/>
                </a:moveTo>
                <a:lnTo>
                  <a:pt x="7955013" y="0"/>
                </a:lnTo>
                <a:lnTo>
                  <a:pt x="7955013" y="7781449"/>
                </a:lnTo>
                <a:lnTo>
                  <a:pt x="0" y="77814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Box 12"/>
          <p:cNvSpPr txBox="1"/>
          <p:nvPr/>
        </p:nvSpPr>
        <p:spPr>
          <a:xfrm>
            <a:off x="1028700" y="2808805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FFFAF8"/>
                </a:solidFill>
                <a:latin typeface="Bungee"/>
                <a:ea typeface="Bungee"/>
                <a:cs typeface="Bungee"/>
                <a:sym typeface="Bungee"/>
              </a:rPr>
              <a:t>Incorrecto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10416" y="4820356"/>
            <a:ext cx="7563295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La luna esta hecha de queso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02571" y="5653184"/>
            <a:ext cx="2783900" cy="10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Verdadero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2302" y="5653184"/>
            <a:ext cx="1878147" cy="10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815"/>
              </a:lnSpc>
              <a:spcBef>
                <a:spcPct val="0"/>
              </a:spcBef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False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130203" y="5879449"/>
            <a:ext cx="3502347" cy="896517"/>
            <a:chOff x="0" y="0"/>
            <a:chExt cx="922429" cy="236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2429" cy="236120"/>
            </a:xfrm>
            <a:custGeom>
              <a:avLst/>
              <a:gdLst/>
              <a:ahLst/>
              <a:cxnLst/>
              <a:rect l="l" t="t" r="r" b="b"/>
              <a:pathLst>
                <a:path w="922429" h="236120">
                  <a:moveTo>
                    <a:pt x="86209" y="0"/>
                  </a:moveTo>
                  <a:lnTo>
                    <a:pt x="836220" y="0"/>
                  </a:lnTo>
                  <a:cubicBezTo>
                    <a:pt x="859084" y="0"/>
                    <a:pt x="881011" y="9083"/>
                    <a:pt x="897179" y="25250"/>
                  </a:cubicBezTo>
                  <a:cubicBezTo>
                    <a:pt x="913346" y="41417"/>
                    <a:pt x="922429" y="63345"/>
                    <a:pt x="922429" y="86209"/>
                  </a:cubicBezTo>
                  <a:lnTo>
                    <a:pt x="922429" y="149910"/>
                  </a:lnTo>
                  <a:cubicBezTo>
                    <a:pt x="922429" y="197523"/>
                    <a:pt x="883832" y="236120"/>
                    <a:pt x="836220" y="236120"/>
                  </a:cubicBezTo>
                  <a:lnTo>
                    <a:pt x="86209" y="236120"/>
                  </a:lnTo>
                  <a:cubicBezTo>
                    <a:pt x="63345" y="236120"/>
                    <a:pt x="41417" y="227037"/>
                    <a:pt x="25250" y="210870"/>
                  </a:cubicBezTo>
                  <a:cubicBezTo>
                    <a:pt x="9083" y="194702"/>
                    <a:pt x="0" y="172775"/>
                    <a:pt x="0" y="149910"/>
                  </a:cubicBezTo>
                  <a:lnTo>
                    <a:pt x="0" y="86209"/>
                  </a:lnTo>
                  <a:cubicBezTo>
                    <a:pt x="0" y="38597"/>
                    <a:pt x="38597" y="0"/>
                    <a:pt x="86209" y="0"/>
                  </a:cubicBezTo>
                  <a:close/>
                </a:path>
              </a:pathLst>
            </a:custGeom>
            <a:solidFill>
              <a:srgbClr val="F89B38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22429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42302" y="5653184"/>
            <a:ext cx="1878147" cy="10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815"/>
              </a:lnSpc>
              <a:spcBef>
                <a:spcPct val="0"/>
              </a:spcBef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Falso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485602" y="8543289"/>
            <a:ext cx="3646568" cy="1368724"/>
            <a:chOff x="0" y="0"/>
            <a:chExt cx="960413" cy="3604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67996" y="8550650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ADELANTE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2043348" y="5879449"/>
            <a:ext cx="3502347" cy="896517"/>
            <a:chOff x="0" y="0"/>
            <a:chExt cx="922429" cy="236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2429" cy="236120"/>
            </a:xfrm>
            <a:custGeom>
              <a:avLst/>
              <a:gdLst/>
              <a:ahLst/>
              <a:cxnLst/>
              <a:rect l="l" t="t" r="r" b="b"/>
              <a:pathLst>
                <a:path w="922429" h="236120">
                  <a:moveTo>
                    <a:pt x="86209" y="0"/>
                  </a:moveTo>
                  <a:lnTo>
                    <a:pt x="836220" y="0"/>
                  </a:lnTo>
                  <a:cubicBezTo>
                    <a:pt x="859084" y="0"/>
                    <a:pt x="881011" y="9083"/>
                    <a:pt x="897179" y="25250"/>
                  </a:cubicBezTo>
                  <a:cubicBezTo>
                    <a:pt x="913346" y="41417"/>
                    <a:pt x="922429" y="63345"/>
                    <a:pt x="922429" y="86209"/>
                  </a:cubicBezTo>
                  <a:lnTo>
                    <a:pt x="922429" y="149910"/>
                  </a:lnTo>
                  <a:cubicBezTo>
                    <a:pt x="922429" y="197523"/>
                    <a:pt x="883832" y="236120"/>
                    <a:pt x="836220" y="236120"/>
                  </a:cubicBezTo>
                  <a:lnTo>
                    <a:pt x="86209" y="236120"/>
                  </a:lnTo>
                  <a:cubicBezTo>
                    <a:pt x="63345" y="236120"/>
                    <a:pt x="41417" y="227037"/>
                    <a:pt x="25250" y="210870"/>
                  </a:cubicBezTo>
                  <a:cubicBezTo>
                    <a:pt x="9083" y="194702"/>
                    <a:pt x="0" y="172775"/>
                    <a:pt x="0" y="149910"/>
                  </a:cubicBezTo>
                  <a:lnTo>
                    <a:pt x="0" y="86209"/>
                  </a:lnTo>
                  <a:cubicBezTo>
                    <a:pt x="0" y="38597"/>
                    <a:pt x="38597" y="0"/>
                    <a:pt x="86209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22429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598116">
            <a:off x="-801749" y="-771532"/>
            <a:ext cx="7315200" cy="3107668"/>
          </a:xfrm>
          <a:custGeom>
            <a:avLst/>
            <a:gdLst/>
            <a:ahLst/>
            <a:cxnLst/>
            <a:rect l="l" t="t" r="r" b="b"/>
            <a:pathLst>
              <a:path w="7315200" h="3107668">
                <a:moveTo>
                  <a:pt x="0" y="0"/>
                </a:moveTo>
                <a:lnTo>
                  <a:pt x="7315200" y="0"/>
                </a:lnTo>
                <a:lnTo>
                  <a:pt x="7315200" y="3107668"/>
                </a:lnTo>
                <a:lnTo>
                  <a:pt x="0" y="3107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 rot="2274661">
            <a:off x="-1473411" y="7879174"/>
            <a:ext cx="5004222" cy="4114800"/>
          </a:xfrm>
          <a:custGeom>
            <a:avLst/>
            <a:gdLst/>
            <a:ahLst/>
            <a:cxnLst/>
            <a:rect l="l" t="t" r="r" b="b"/>
            <a:pathLst>
              <a:path w="5004222" h="4114800">
                <a:moveTo>
                  <a:pt x="0" y="0"/>
                </a:moveTo>
                <a:lnTo>
                  <a:pt x="5004222" y="0"/>
                </a:lnTo>
                <a:lnTo>
                  <a:pt x="5004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3420906" y="8051307"/>
            <a:ext cx="2124789" cy="1885267"/>
          </a:xfrm>
          <a:custGeom>
            <a:avLst/>
            <a:gdLst/>
            <a:ahLst/>
            <a:cxnLst/>
            <a:rect l="l" t="t" r="r" b="b"/>
            <a:pathLst>
              <a:path w="2124789" h="1885267">
                <a:moveTo>
                  <a:pt x="0" y="0"/>
                </a:moveTo>
                <a:lnTo>
                  <a:pt x="2124789" y="0"/>
                </a:lnTo>
                <a:lnTo>
                  <a:pt x="2124789" y="1885267"/>
                </a:lnTo>
                <a:lnTo>
                  <a:pt x="0" y="1885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5823878" y="250591"/>
            <a:ext cx="4114997" cy="1556217"/>
          </a:xfrm>
          <a:custGeom>
            <a:avLst/>
            <a:gdLst/>
            <a:ahLst/>
            <a:cxnLst/>
            <a:rect l="l" t="t" r="r" b="b"/>
            <a:pathLst>
              <a:path w="4114997" h="1556217">
                <a:moveTo>
                  <a:pt x="0" y="0"/>
                </a:moveTo>
                <a:lnTo>
                  <a:pt x="4114997" y="0"/>
                </a:lnTo>
                <a:lnTo>
                  <a:pt x="4114997" y="1556218"/>
                </a:lnTo>
                <a:lnTo>
                  <a:pt x="0" y="15562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 rot="-814655">
            <a:off x="10911035" y="230161"/>
            <a:ext cx="3948770" cy="3948770"/>
          </a:xfrm>
          <a:custGeom>
            <a:avLst/>
            <a:gdLst/>
            <a:ahLst/>
            <a:cxnLst/>
            <a:rect l="l" t="t" r="r" b="b"/>
            <a:pathLst>
              <a:path w="3948770" h="3948770">
                <a:moveTo>
                  <a:pt x="0" y="0"/>
                </a:moveTo>
                <a:lnTo>
                  <a:pt x="3948770" y="0"/>
                </a:lnTo>
                <a:lnTo>
                  <a:pt x="3948770" y="3948770"/>
                </a:lnTo>
                <a:lnTo>
                  <a:pt x="0" y="3948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rot="296557">
            <a:off x="10259302" y="4160583"/>
            <a:ext cx="7955013" cy="7781449"/>
          </a:xfrm>
          <a:custGeom>
            <a:avLst/>
            <a:gdLst/>
            <a:ahLst/>
            <a:cxnLst/>
            <a:rect l="l" t="t" r="r" b="b"/>
            <a:pathLst>
              <a:path w="7955013" h="7781449">
                <a:moveTo>
                  <a:pt x="0" y="0"/>
                </a:moveTo>
                <a:lnTo>
                  <a:pt x="7955013" y="0"/>
                </a:lnTo>
                <a:lnTo>
                  <a:pt x="7955013" y="7781449"/>
                </a:lnTo>
                <a:lnTo>
                  <a:pt x="0" y="77814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Box 12"/>
          <p:cNvSpPr txBox="1"/>
          <p:nvPr/>
        </p:nvSpPr>
        <p:spPr>
          <a:xfrm>
            <a:off x="1028700" y="2808805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FFFAF8"/>
                </a:solidFill>
                <a:latin typeface="Bungee"/>
                <a:ea typeface="Bungee"/>
                <a:cs typeface="Bungee"/>
                <a:sym typeface="Bungee"/>
              </a:rPr>
              <a:t>correcto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10416" y="4820356"/>
            <a:ext cx="7563295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La luna esta hecha de queso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02571" y="5653184"/>
            <a:ext cx="2783900" cy="10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Verdadero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2302" y="5653184"/>
            <a:ext cx="1878147" cy="10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815"/>
              </a:lnSpc>
              <a:spcBef>
                <a:spcPct val="0"/>
              </a:spcBef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False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130203" y="5879449"/>
            <a:ext cx="3502347" cy="896517"/>
            <a:chOff x="0" y="0"/>
            <a:chExt cx="922429" cy="236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2429" cy="236120"/>
            </a:xfrm>
            <a:custGeom>
              <a:avLst/>
              <a:gdLst/>
              <a:ahLst/>
              <a:cxnLst/>
              <a:rect l="l" t="t" r="r" b="b"/>
              <a:pathLst>
                <a:path w="922429" h="236120">
                  <a:moveTo>
                    <a:pt x="86209" y="0"/>
                  </a:moveTo>
                  <a:lnTo>
                    <a:pt x="836220" y="0"/>
                  </a:lnTo>
                  <a:cubicBezTo>
                    <a:pt x="859084" y="0"/>
                    <a:pt x="881011" y="9083"/>
                    <a:pt x="897179" y="25250"/>
                  </a:cubicBezTo>
                  <a:cubicBezTo>
                    <a:pt x="913346" y="41417"/>
                    <a:pt x="922429" y="63345"/>
                    <a:pt x="922429" y="86209"/>
                  </a:cubicBezTo>
                  <a:lnTo>
                    <a:pt x="922429" y="149910"/>
                  </a:lnTo>
                  <a:cubicBezTo>
                    <a:pt x="922429" y="197523"/>
                    <a:pt x="883832" y="236120"/>
                    <a:pt x="836220" y="236120"/>
                  </a:cubicBezTo>
                  <a:lnTo>
                    <a:pt x="86209" y="236120"/>
                  </a:lnTo>
                  <a:cubicBezTo>
                    <a:pt x="63345" y="236120"/>
                    <a:pt x="41417" y="227037"/>
                    <a:pt x="25250" y="210870"/>
                  </a:cubicBezTo>
                  <a:cubicBezTo>
                    <a:pt x="9083" y="194702"/>
                    <a:pt x="0" y="172775"/>
                    <a:pt x="0" y="149910"/>
                  </a:cubicBezTo>
                  <a:lnTo>
                    <a:pt x="0" y="86209"/>
                  </a:lnTo>
                  <a:cubicBezTo>
                    <a:pt x="0" y="38597"/>
                    <a:pt x="38597" y="0"/>
                    <a:pt x="86209" y="0"/>
                  </a:cubicBezTo>
                  <a:close/>
                </a:path>
              </a:pathLst>
            </a:custGeom>
            <a:solidFill>
              <a:srgbClr val="F89B38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22429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42302" y="5653184"/>
            <a:ext cx="1878147" cy="10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815"/>
              </a:lnSpc>
              <a:spcBef>
                <a:spcPct val="0"/>
              </a:spcBef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Falso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485602" y="8543289"/>
            <a:ext cx="3646568" cy="1368724"/>
            <a:chOff x="0" y="0"/>
            <a:chExt cx="960413" cy="3604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67996" y="8550650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ADELANTE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868824">
            <a:off x="14305527" y="-901324"/>
            <a:ext cx="5285337" cy="7835405"/>
          </a:xfrm>
          <a:custGeom>
            <a:avLst/>
            <a:gdLst/>
            <a:ahLst/>
            <a:cxnLst/>
            <a:rect l="l" t="t" r="r" b="b"/>
            <a:pathLst>
              <a:path w="5285337" h="7835405">
                <a:moveTo>
                  <a:pt x="0" y="0"/>
                </a:moveTo>
                <a:lnTo>
                  <a:pt x="5285337" y="0"/>
                </a:lnTo>
                <a:lnTo>
                  <a:pt x="5285337" y="7835405"/>
                </a:lnTo>
                <a:lnTo>
                  <a:pt x="0" y="7835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788718">
            <a:off x="11333545" y="4813965"/>
            <a:ext cx="3767342" cy="5312918"/>
          </a:xfrm>
          <a:custGeom>
            <a:avLst/>
            <a:gdLst/>
            <a:ahLst/>
            <a:cxnLst/>
            <a:rect l="l" t="t" r="r" b="b"/>
            <a:pathLst>
              <a:path w="3767342" h="5312918">
                <a:moveTo>
                  <a:pt x="0" y="0"/>
                </a:moveTo>
                <a:lnTo>
                  <a:pt x="3767342" y="0"/>
                </a:lnTo>
                <a:lnTo>
                  <a:pt x="3767342" y="5312918"/>
                </a:lnTo>
                <a:lnTo>
                  <a:pt x="0" y="53129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" name="Group 5"/>
          <p:cNvGrpSpPr/>
          <p:nvPr/>
        </p:nvGrpSpPr>
        <p:grpSpPr>
          <a:xfrm>
            <a:off x="5689560" y="5865383"/>
            <a:ext cx="4670161" cy="896517"/>
            <a:chOff x="0" y="0"/>
            <a:chExt cx="1230001" cy="236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493" y="7022166"/>
            <a:ext cx="4670161" cy="896517"/>
            <a:chOff x="0" y="0"/>
            <a:chExt cx="1230001" cy="236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493" y="5904691"/>
            <a:ext cx="4670161" cy="896517"/>
            <a:chOff x="0" y="0"/>
            <a:chExt cx="1230001" cy="236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89560" y="7022166"/>
            <a:ext cx="4670161" cy="896517"/>
            <a:chOff x="0" y="0"/>
            <a:chExt cx="1230001" cy="236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5876457">
            <a:off x="-314341" y="-3213404"/>
            <a:ext cx="4766861" cy="5854527"/>
          </a:xfrm>
          <a:custGeom>
            <a:avLst/>
            <a:gdLst/>
            <a:ahLst/>
            <a:cxnLst/>
            <a:rect l="l" t="t" r="r" b="b"/>
            <a:pathLst>
              <a:path w="4766861" h="5854527">
                <a:moveTo>
                  <a:pt x="0" y="0"/>
                </a:moveTo>
                <a:lnTo>
                  <a:pt x="4766861" y="0"/>
                </a:lnTo>
                <a:lnTo>
                  <a:pt x="4766861" y="5854527"/>
                </a:lnTo>
                <a:lnTo>
                  <a:pt x="0" y="5854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Freeform 18"/>
          <p:cNvSpPr/>
          <p:nvPr/>
        </p:nvSpPr>
        <p:spPr>
          <a:xfrm rot="3520869">
            <a:off x="-2502111" y="7463202"/>
            <a:ext cx="5004222" cy="4114800"/>
          </a:xfrm>
          <a:custGeom>
            <a:avLst/>
            <a:gdLst/>
            <a:ahLst/>
            <a:cxnLst/>
            <a:rect l="l" t="t" r="r" b="b"/>
            <a:pathLst>
              <a:path w="5004222" h="4114800">
                <a:moveTo>
                  <a:pt x="0" y="0"/>
                </a:moveTo>
                <a:lnTo>
                  <a:pt x="5004222" y="0"/>
                </a:lnTo>
                <a:lnTo>
                  <a:pt x="5004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237482" y="1028700"/>
            <a:ext cx="1430022" cy="1430022"/>
          </a:xfrm>
          <a:custGeom>
            <a:avLst/>
            <a:gdLst/>
            <a:ahLst/>
            <a:cxnLst/>
            <a:rect l="l" t="t" r="r" b="b"/>
            <a:pathLst>
              <a:path w="1430022" h="1430022">
                <a:moveTo>
                  <a:pt x="0" y="0"/>
                </a:moveTo>
                <a:lnTo>
                  <a:pt x="1430022" y="0"/>
                </a:lnTo>
                <a:lnTo>
                  <a:pt x="1430022" y="1430022"/>
                </a:lnTo>
                <a:lnTo>
                  <a:pt x="0" y="14300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Freeform 20"/>
          <p:cNvSpPr/>
          <p:nvPr/>
        </p:nvSpPr>
        <p:spPr>
          <a:xfrm>
            <a:off x="4717596" y="8480191"/>
            <a:ext cx="4114997" cy="1556217"/>
          </a:xfrm>
          <a:custGeom>
            <a:avLst/>
            <a:gdLst/>
            <a:ahLst/>
            <a:cxnLst/>
            <a:rect l="l" t="t" r="r" b="b"/>
            <a:pathLst>
              <a:path w="4114997" h="1556217">
                <a:moveTo>
                  <a:pt x="0" y="0"/>
                </a:moveTo>
                <a:lnTo>
                  <a:pt x="4114997" y="0"/>
                </a:lnTo>
                <a:lnTo>
                  <a:pt x="4114997" y="1556218"/>
                </a:lnTo>
                <a:lnTo>
                  <a:pt x="0" y="15562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/>
          <p:cNvSpPr txBox="1"/>
          <p:nvPr/>
        </p:nvSpPr>
        <p:spPr>
          <a:xfrm>
            <a:off x="1028700" y="2332507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FFFAF8"/>
                </a:solidFill>
                <a:latin typeface="Bungee"/>
                <a:ea typeface="Bungee"/>
                <a:cs typeface="Bungee"/>
                <a:sym typeface="Bungee"/>
              </a:rPr>
              <a:t>opcion multiple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05444" y="4446962"/>
            <a:ext cx="5984233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Cuanto es 3+3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9470" y="5683300"/>
            <a:ext cx="4243184" cy="212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A. 2</a:t>
            </a:r>
          </a:p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B. 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2064" y="5683300"/>
            <a:ext cx="4620004" cy="213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C. 6</a:t>
            </a:r>
          </a:p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D. 10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5689560" y="5865383"/>
            <a:ext cx="4670161" cy="896517"/>
            <a:chOff x="0" y="0"/>
            <a:chExt cx="1230001" cy="236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D78F28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493" y="7022166"/>
            <a:ext cx="4670161" cy="896517"/>
            <a:chOff x="0" y="0"/>
            <a:chExt cx="1230001" cy="236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9459" y="5865383"/>
            <a:ext cx="4670161" cy="896517"/>
            <a:chOff x="0" y="0"/>
            <a:chExt cx="1230001" cy="236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89560" y="7022166"/>
            <a:ext cx="4670161" cy="896517"/>
            <a:chOff x="0" y="0"/>
            <a:chExt cx="1230001" cy="236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26393" y="1352776"/>
            <a:ext cx="6305777" cy="6734325"/>
          </a:xfrm>
          <a:custGeom>
            <a:avLst/>
            <a:gdLst/>
            <a:ahLst/>
            <a:cxnLst/>
            <a:rect l="l" t="t" r="r" b="b"/>
            <a:pathLst>
              <a:path w="6305777" h="6734325">
                <a:moveTo>
                  <a:pt x="0" y="0"/>
                </a:moveTo>
                <a:lnTo>
                  <a:pt x="6305777" y="0"/>
                </a:lnTo>
                <a:lnTo>
                  <a:pt x="6305777" y="6734326"/>
                </a:lnTo>
                <a:lnTo>
                  <a:pt x="0" y="6734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/>
          <p:cNvSpPr/>
          <p:nvPr/>
        </p:nvSpPr>
        <p:spPr>
          <a:xfrm rot="1032250">
            <a:off x="-658605" y="8607495"/>
            <a:ext cx="7315200" cy="3107668"/>
          </a:xfrm>
          <a:custGeom>
            <a:avLst/>
            <a:gdLst/>
            <a:ahLst/>
            <a:cxnLst/>
            <a:rect l="l" t="t" r="r" b="b"/>
            <a:pathLst>
              <a:path w="7315200" h="3107668">
                <a:moveTo>
                  <a:pt x="0" y="0"/>
                </a:moveTo>
                <a:lnTo>
                  <a:pt x="7315200" y="0"/>
                </a:lnTo>
                <a:lnTo>
                  <a:pt x="7315200" y="3107668"/>
                </a:lnTo>
                <a:lnTo>
                  <a:pt x="0" y="3107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17"/>
          <p:cNvSpPr/>
          <p:nvPr/>
        </p:nvSpPr>
        <p:spPr>
          <a:xfrm rot="5327199">
            <a:off x="-1310969" y="-557883"/>
            <a:ext cx="5395925" cy="4114800"/>
          </a:xfrm>
          <a:custGeom>
            <a:avLst/>
            <a:gdLst/>
            <a:ahLst/>
            <a:cxnLst/>
            <a:rect l="l" t="t" r="r" b="b"/>
            <a:pathLst>
              <a:path w="5395925" h="4114800">
                <a:moveTo>
                  <a:pt x="0" y="0"/>
                </a:moveTo>
                <a:lnTo>
                  <a:pt x="5395925" y="0"/>
                </a:lnTo>
                <a:lnTo>
                  <a:pt x="5395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Freeform 18"/>
          <p:cNvSpPr/>
          <p:nvPr/>
        </p:nvSpPr>
        <p:spPr>
          <a:xfrm>
            <a:off x="7309629" y="8543289"/>
            <a:ext cx="1430022" cy="1430022"/>
          </a:xfrm>
          <a:custGeom>
            <a:avLst/>
            <a:gdLst/>
            <a:ahLst/>
            <a:cxnLst/>
            <a:rect l="l" t="t" r="r" b="b"/>
            <a:pathLst>
              <a:path w="1430022" h="1430022">
                <a:moveTo>
                  <a:pt x="0" y="0"/>
                </a:moveTo>
                <a:lnTo>
                  <a:pt x="1430022" y="0"/>
                </a:lnTo>
                <a:lnTo>
                  <a:pt x="1430022" y="1430022"/>
                </a:lnTo>
                <a:lnTo>
                  <a:pt x="0" y="14300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2587503" y="31205"/>
            <a:ext cx="2580625" cy="999406"/>
          </a:xfrm>
          <a:custGeom>
            <a:avLst/>
            <a:gdLst/>
            <a:ahLst/>
            <a:cxnLst/>
            <a:rect l="l" t="t" r="r" b="b"/>
            <a:pathLst>
              <a:path w="2580625" h="999406">
                <a:moveTo>
                  <a:pt x="0" y="0"/>
                </a:moveTo>
                <a:lnTo>
                  <a:pt x="2580626" y="0"/>
                </a:lnTo>
                <a:lnTo>
                  <a:pt x="2580626" y="999406"/>
                </a:lnTo>
                <a:lnTo>
                  <a:pt x="0" y="999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952493" y="2326011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1F7847"/>
                </a:solidFill>
                <a:latin typeface="Bungee"/>
                <a:ea typeface="Bungee"/>
                <a:cs typeface="Bungee"/>
                <a:sym typeface="Bungee"/>
              </a:rPr>
              <a:t>Correct0!!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7503" y="4634214"/>
            <a:ext cx="5984233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Cuanto es 3 + 3?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5982" y="5693211"/>
            <a:ext cx="4243184" cy="212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A. 2</a:t>
            </a:r>
          </a:p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B. 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92064" y="5683300"/>
            <a:ext cx="4620004" cy="213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C. 6</a:t>
            </a:r>
          </a:p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D. 10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485602" y="8543289"/>
            <a:ext cx="3646568" cy="1368724"/>
            <a:chOff x="0" y="0"/>
            <a:chExt cx="960413" cy="36048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667996" y="8550650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ADELANTE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5689560" y="5865383"/>
            <a:ext cx="4670161" cy="896517"/>
            <a:chOff x="0" y="0"/>
            <a:chExt cx="1230001" cy="236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D78F28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493" y="7022166"/>
            <a:ext cx="4670161" cy="896517"/>
            <a:chOff x="0" y="0"/>
            <a:chExt cx="1230001" cy="236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9459" y="5865383"/>
            <a:ext cx="4670161" cy="896517"/>
            <a:chOff x="0" y="0"/>
            <a:chExt cx="1230001" cy="236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89560" y="7022166"/>
            <a:ext cx="4670161" cy="896517"/>
            <a:chOff x="0" y="0"/>
            <a:chExt cx="1230001" cy="236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0001" cy="236120"/>
            </a:xfrm>
            <a:custGeom>
              <a:avLst/>
              <a:gdLst/>
              <a:ahLst/>
              <a:cxnLst/>
              <a:rect l="l" t="t" r="r" b="b"/>
              <a:pathLst>
                <a:path w="1230001" h="236120">
                  <a:moveTo>
                    <a:pt x="64652" y="0"/>
                  </a:moveTo>
                  <a:lnTo>
                    <a:pt x="1165349" y="0"/>
                  </a:lnTo>
                  <a:cubicBezTo>
                    <a:pt x="1182496" y="0"/>
                    <a:pt x="1198940" y="6812"/>
                    <a:pt x="1211065" y="18936"/>
                  </a:cubicBezTo>
                  <a:cubicBezTo>
                    <a:pt x="1223190" y="31061"/>
                    <a:pt x="1230001" y="47505"/>
                    <a:pt x="1230001" y="64652"/>
                  </a:cubicBezTo>
                  <a:lnTo>
                    <a:pt x="1230001" y="171468"/>
                  </a:lnTo>
                  <a:cubicBezTo>
                    <a:pt x="1230001" y="188615"/>
                    <a:pt x="1223190" y="205059"/>
                    <a:pt x="1211065" y="217184"/>
                  </a:cubicBezTo>
                  <a:cubicBezTo>
                    <a:pt x="1198940" y="229308"/>
                    <a:pt x="1182496" y="236120"/>
                    <a:pt x="1165349" y="236120"/>
                  </a:cubicBezTo>
                  <a:lnTo>
                    <a:pt x="64652" y="236120"/>
                  </a:lnTo>
                  <a:cubicBezTo>
                    <a:pt x="47505" y="236120"/>
                    <a:pt x="31061" y="229308"/>
                    <a:pt x="18936" y="217184"/>
                  </a:cubicBezTo>
                  <a:cubicBezTo>
                    <a:pt x="6812" y="205059"/>
                    <a:pt x="0" y="188615"/>
                    <a:pt x="0" y="171468"/>
                  </a:cubicBezTo>
                  <a:lnTo>
                    <a:pt x="0" y="64652"/>
                  </a:lnTo>
                  <a:cubicBezTo>
                    <a:pt x="0" y="47505"/>
                    <a:pt x="6812" y="31061"/>
                    <a:pt x="18936" y="18936"/>
                  </a:cubicBezTo>
                  <a:cubicBezTo>
                    <a:pt x="31061" y="6812"/>
                    <a:pt x="47505" y="0"/>
                    <a:pt x="64652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30001" cy="274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77316" y="1499517"/>
            <a:ext cx="6305777" cy="6734325"/>
          </a:xfrm>
          <a:custGeom>
            <a:avLst/>
            <a:gdLst/>
            <a:ahLst/>
            <a:cxnLst/>
            <a:rect l="l" t="t" r="r" b="b"/>
            <a:pathLst>
              <a:path w="6305777" h="6734325">
                <a:moveTo>
                  <a:pt x="0" y="0"/>
                </a:moveTo>
                <a:lnTo>
                  <a:pt x="6305777" y="0"/>
                </a:lnTo>
                <a:lnTo>
                  <a:pt x="6305777" y="6734326"/>
                </a:lnTo>
                <a:lnTo>
                  <a:pt x="0" y="6734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/>
          <p:cNvSpPr/>
          <p:nvPr/>
        </p:nvSpPr>
        <p:spPr>
          <a:xfrm rot="1032250">
            <a:off x="-658605" y="8607495"/>
            <a:ext cx="7315200" cy="3107668"/>
          </a:xfrm>
          <a:custGeom>
            <a:avLst/>
            <a:gdLst/>
            <a:ahLst/>
            <a:cxnLst/>
            <a:rect l="l" t="t" r="r" b="b"/>
            <a:pathLst>
              <a:path w="7315200" h="3107668">
                <a:moveTo>
                  <a:pt x="0" y="0"/>
                </a:moveTo>
                <a:lnTo>
                  <a:pt x="7315200" y="0"/>
                </a:lnTo>
                <a:lnTo>
                  <a:pt x="7315200" y="3107668"/>
                </a:lnTo>
                <a:lnTo>
                  <a:pt x="0" y="3107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17"/>
          <p:cNvSpPr/>
          <p:nvPr/>
        </p:nvSpPr>
        <p:spPr>
          <a:xfrm rot="5327199">
            <a:off x="-1310969" y="-557883"/>
            <a:ext cx="5395925" cy="4114800"/>
          </a:xfrm>
          <a:custGeom>
            <a:avLst/>
            <a:gdLst/>
            <a:ahLst/>
            <a:cxnLst/>
            <a:rect l="l" t="t" r="r" b="b"/>
            <a:pathLst>
              <a:path w="5395925" h="4114800">
                <a:moveTo>
                  <a:pt x="0" y="0"/>
                </a:moveTo>
                <a:lnTo>
                  <a:pt x="5395925" y="0"/>
                </a:lnTo>
                <a:lnTo>
                  <a:pt x="5395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Freeform 18"/>
          <p:cNvSpPr/>
          <p:nvPr/>
        </p:nvSpPr>
        <p:spPr>
          <a:xfrm>
            <a:off x="7309629" y="8543289"/>
            <a:ext cx="1430022" cy="1430022"/>
          </a:xfrm>
          <a:custGeom>
            <a:avLst/>
            <a:gdLst/>
            <a:ahLst/>
            <a:cxnLst/>
            <a:rect l="l" t="t" r="r" b="b"/>
            <a:pathLst>
              <a:path w="1430022" h="1430022">
                <a:moveTo>
                  <a:pt x="0" y="0"/>
                </a:moveTo>
                <a:lnTo>
                  <a:pt x="1430022" y="0"/>
                </a:lnTo>
                <a:lnTo>
                  <a:pt x="1430022" y="1430022"/>
                </a:lnTo>
                <a:lnTo>
                  <a:pt x="0" y="14300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2587503" y="31205"/>
            <a:ext cx="2580625" cy="999406"/>
          </a:xfrm>
          <a:custGeom>
            <a:avLst/>
            <a:gdLst/>
            <a:ahLst/>
            <a:cxnLst/>
            <a:rect l="l" t="t" r="r" b="b"/>
            <a:pathLst>
              <a:path w="2580625" h="999406">
                <a:moveTo>
                  <a:pt x="0" y="0"/>
                </a:moveTo>
                <a:lnTo>
                  <a:pt x="2580626" y="0"/>
                </a:lnTo>
                <a:lnTo>
                  <a:pt x="2580626" y="999406"/>
                </a:lnTo>
                <a:lnTo>
                  <a:pt x="0" y="999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952493" y="2326011"/>
            <a:ext cx="9924823" cy="10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1"/>
              </a:lnSpc>
              <a:spcBef>
                <a:spcPct val="0"/>
              </a:spcBef>
            </a:pPr>
            <a:r>
              <a:rPr lang="en-US" sz="7121" spc="-455">
                <a:solidFill>
                  <a:srgbClr val="FF3131"/>
                </a:solidFill>
                <a:latin typeface="Bungee"/>
                <a:ea typeface="Bungee"/>
                <a:cs typeface="Bungee"/>
                <a:sym typeface="Bungee"/>
              </a:rPr>
              <a:t>incorrecto!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7503" y="4634214"/>
            <a:ext cx="5984233" cy="7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0"/>
              </a:lnSpc>
            </a:pPr>
            <a:r>
              <a:rPr lang="en-US" sz="4385" b="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Cuanto es 3 + 3?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5982" y="5693211"/>
            <a:ext cx="4243184" cy="212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A. 2</a:t>
            </a:r>
          </a:p>
          <a:p>
            <a:pPr algn="l">
              <a:lnSpc>
                <a:spcPts val="8815"/>
              </a:lnSpc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B. 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92064" y="5683300"/>
            <a:ext cx="4620004" cy="213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C. 6</a:t>
            </a:r>
          </a:p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 u="none" strike="noStrik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D. 10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64219" y="8604587"/>
            <a:ext cx="3646568" cy="1368724"/>
            <a:chOff x="0" y="0"/>
            <a:chExt cx="960413" cy="36048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69556" y="8611948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ATRAS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485602" y="8543289"/>
            <a:ext cx="3646568" cy="1368724"/>
            <a:chOff x="0" y="0"/>
            <a:chExt cx="960413" cy="36048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60413" cy="360487"/>
            </a:xfrm>
            <a:custGeom>
              <a:avLst/>
              <a:gdLst/>
              <a:ahLst/>
              <a:cxnLst/>
              <a:rect l="l" t="t" r="r" b="b"/>
              <a:pathLst>
                <a:path w="960413" h="360487">
                  <a:moveTo>
                    <a:pt x="82800" y="0"/>
                  </a:moveTo>
                  <a:lnTo>
                    <a:pt x="877613" y="0"/>
                  </a:lnTo>
                  <a:cubicBezTo>
                    <a:pt x="899573" y="0"/>
                    <a:pt x="920633" y="8724"/>
                    <a:pt x="936161" y="24251"/>
                  </a:cubicBezTo>
                  <a:cubicBezTo>
                    <a:pt x="951689" y="39779"/>
                    <a:pt x="960413" y="60840"/>
                    <a:pt x="960413" y="82800"/>
                  </a:cubicBezTo>
                  <a:lnTo>
                    <a:pt x="960413" y="277687"/>
                  </a:lnTo>
                  <a:cubicBezTo>
                    <a:pt x="960413" y="299647"/>
                    <a:pt x="951689" y="320707"/>
                    <a:pt x="936161" y="336235"/>
                  </a:cubicBezTo>
                  <a:cubicBezTo>
                    <a:pt x="920633" y="351763"/>
                    <a:pt x="899573" y="360487"/>
                    <a:pt x="877613" y="360487"/>
                  </a:cubicBezTo>
                  <a:lnTo>
                    <a:pt x="82800" y="360487"/>
                  </a:lnTo>
                  <a:cubicBezTo>
                    <a:pt x="60840" y="360487"/>
                    <a:pt x="39779" y="351763"/>
                    <a:pt x="24251" y="336235"/>
                  </a:cubicBezTo>
                  <a:cubicBezTo>
                    <a:pt x="8724" y="320707"/>
                    <a:pt x="0" y="299647"/>
                    <a:pt x="0" y="277687"/>
                  </a:cubicBezTo>
                  <a:lnTo>
                    <a:pt x="0" y="82800"/>
                  </a:lnTo>
                  <a:cubicBezTo>
                    <a:pt x="0" y="60840"/>
                    <a:pt x="8724" y="39779"/>
                    <a:pt x="24251" y="24251"/>
                  </a:cubicBezTo>
                  <a:cubicBezTo>
                    <a:pt x="39779" y="8724"/>
                    <a:pt x="60840" y="0"/>
                    <a:pt x="82800" y="0"/>
                  </a:cubicBezTo>
                  <a:close/>
                </a:path>
              </a:pathLst>
            </a:custGeom>
            <a:solidFill>
              <a:srgbClr val="F7F3F0"/>
            </a:solidFill>
            <a:ln w="38100" cap="rnd">
              <a:solidFill>
                <a:srgbClr val="D78F28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60413" cy="39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667996" y="8550650"/>
            <a:ext cx="4620004" cy="101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815"/>
              </a:lnSpc>
              <a:spcBef>
                <a:spcPct val="0"/>
              </a:spcBef>
            </a:pPr>
            <a:r>
              <a:rPr lang="en-US" sz="4385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rPr>
              <a:t>ADELANTE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36105" y="-7236605"/>
            <a:ext cx="24760210" cy="24760210"/>
          </a:xfrm>
          <a:custGeom>
            <a:avLst/>
            <a:gdLst/>
            <a:ahLst/>
            <a:cxnLst/>
            <a:rect l="l" t="t" r="r" b="b"/>
            <a:pathLst>
              <a:path w="24760210" h="24760210">
                <a:moveTo>
                  <a:pt x="0" y="0"/>
                </a:moveTo>
                <a:lnTo>
                  <a:pt x="24760210" y="0"/>
                </a:lnTo>
                <a:lnTo>
                  <a:pt x="24760210" y="24760210"/>
                </a:lnTo>
                <a:lnTo>
                  <a:pt x="0" y="2476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3487591"/>
            <a:ext cx="9774985" cy="321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41"/>
              </a:lnSpc>
            </a:pPr>
            <a:r>
              <a:rPr lang="en-US" sz="11541" spc="-738">
                <a:solidFill>
                  <a:srgbClr val="E48449"/>
                </a:solidFill>
                <a:latin typeface="Bungee"/>
                <a:ea typeface="Bungee"/>
                <a:cs typeface="Bungee"/>
                <a:sym typeface="Bungee"/>
              </a:rPr>
              <a:t>GRACIAS POR VER</a:t>
            </a:r>
          </a:p>
        </p:txBody>
      </p:sp>
      <p:sp>
        <p:nvSpPr>
          <p:cNvPr id="4" name="Freeform 4"/>
          <p:cNvSpPr/>
          <p:nvPr/>
        </p:nvSpPr>
        <p:spPr>
          <a:xfrm rot="451247">
            <a:off x="10474762" y="-897573"/>
            <a:ext cx="6275041" cy="8197797"/>
          </a:xfrm>
          <a:custGeom>
            <a:avLst/>
            <a:gdLst/>
            <a:ahLst/>
            <a:cxnLst/>
            <a:rect l="l" t="t" r="r" b="b"/>
            <a:pathLst>
              <a:path w="6275041" h="8197797">
                <a:moveTo>
                  <a:pt x="0" y="0"/>
                </a:moveTo>
                <a:lnTo>
                  <a:pt x="6275041" y="0"/>
                </a:lnTo>
                <a:lnTo>
                  <a:pt x="6275041" y="8197797"/>
                </a:lnTo>
                <a:lnTo>
                  <a:pt x="0" y="81977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-671886">
            <a:off x="11513725" y="3704443"/>
            <a:ext cx="6426087" cy="7942355"/>
          </a:xfrm>
          <a:custGeom>
            <a:avLst/>
            <a:gdLst/>
            <a:ahLst/>
            <a:cxnLst/>
            <a:rect l="l" t="t" r="r" b="b"/>
            <a:pathLst>
              <a:path w="6426087" h="7942355">
                <a:moveTo>
                  <a:pt x="0" y="0"/>
                </a:moveTo>
                <a:lnTo>
                  <a:pt x="6426087" y="0"/>
                </a:lnTo>
                <a:lnTo>
                  <a:pt x="6426087" y="7942355"/>
                </a:lnTo>
                <a:lnTo>
                  <a:pt x="0" y="79423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6335121" y="7060170"/>
            <a:ext cx="7260287" cy="5135003"/>
          </a:xfrm>
          <a:custGeom>
            <a:avLst/>
            <a:gdLst/>
            <a:ahLst/>
            <a:cxnLst/>
            <a:rect l="l" t="t" r="r" b="b"/>
            <a:pathLst>
              <a:path w="7260287" h="5135003">
                <a:moveTo>
                  <a:pt x="0" y="0"/>
                </a:moveTo>
                <a:lnTo>
                  <a:pt x="7260287" y="0"/>
                </a:lnTo>
                <a:lnTo>
                  <a:pt x="7260287" y="5135002"/>
                </a:lnTo>
                <a:lnTo>
                  <a:pt x="0" y="51350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6563375" y="1738407"/>
            <a:ext cx="2580625" cy="999406"/>
          </a:xfrm>
          <a:custGeom>
            <a:avLst/>
            <a:gdLst/>
            <a:ahLst/>
            <a:cxnLst/>
            <a:rect l="l" t="t" r="r" b="b"/>
            <a:pathLst>
              <a:path w="2580625" h="999406">
                <a:moveTo>
                  <a:pt x="0" y="0"/>
                </a:moveTo>
                <a:lnTo>
                  <a:pt x="2580625" y="0"/>
                </a:lnTo>
                <a:lnTo>
                  <a:pt x="2580625" y="999406"/>
                </a:lnTo>
                <a:lnTo>
                  <a:pt x="0" y="9994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2614915">
            <a:off x="-1487871" y="-1518097"/>
            <a:ext cx="5033142" cy="5005688"/>
          </a:xfrm>
          <a:custGeom>
            <a:avLst/>
            <a:gdLst/>
            <a:ahLst/>
            <a:cxnLst/>
            <a:rect l="l" t="t" r="r" b="b"/>
            <a:pathLst>
              <a:path w="5033142" h="5005688">
                <a:moveTo>
                  <a:pt x="0" y="0"/>
                </a:moveTo>
                <a:lnTo>
                  <a:pt x="5033142" y="0"/>
                </a:lnTo>
                <a:lnTo>
                  <a:pt x="5033142" y="5005688"/>
                </a:lnTo>
                <a:lnTo>
                  <a:pt x="0" y="50056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 rot="-2379208">
            <a:off x="-581936" y="6700407"/>
            <a:ext cx="4766861" cy="5854527"/>
          </a:xfrm>
          <a:custGeom>
            <a:avLst/>
            <a:gdLst/>
            <a:ahLst/>
            <a:cxnLst/>
            <a:rect l="l" t="t" r="r" b="b"/>
            <a:pathLst>
              <a:path w="4766861" h="5854527">
                <a:moveTo>
                  <a:pt x="0" y="0"/>
                </a:moveTo>
                <a:lnTo>
                  <a:pt x="4766862" y="0"/>
                </a:lnTo>
                <a:lnTo>
                  <a:pt x="4766862" y="5854527"/>
                </a:lnTo>
                <a:lnTo>
                  <a:pt x="0" y="58545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3625100" y="7511172"/>
            <a:ext cx="1616888" cy="1747128"/>
          </a:xfrm>
          <a:custGeom>
            <a:avLst/>
            <a:gdLst/>
            <a:ahLst/>
            <a:cxnLst/>
            <a:rect l="l" t="t" r="r" b="b"/>
            <a:pathLst>
              <a:path w="1616888" h="1747128">
                <a:moveTo>
                  <a:pt x="0" y="0"/>
                </a:moveTo>
                <a:lnTo>
                  <a:pt x="1616888" y="0"/>
                </a:lnTo>
                <a:lnTo>
                  <a:pt x="1616888" y="1747128"/>
                </a:lnTo>
                <a:lnTo>
                  <a:pt x="0" y="17471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>
            <a:off x="3147094" y="313689"/>
            <a:ext cx="1430022" cy="1430022"/>
          </a:xfrm>
          <a:custGeom>
            <a:avLst/>
            <a:gdLst/>
            <a:ahLst/>
            <a:cxnLst/>
            <a:rect l="l" t="t" r="r" b="b"/>
            <a:pathLst>
              <a:path w="1430022" h="1430022">
                <a:moveTo>
                  <a:pt x="0" y="0"/>
                </a:moveTo>
                <a:lnTo>
                  <a:pt x="1430021" y="0"/>
                </a:lnTo>
                <a:lnTo>
                  <a:pt x="1430021" y="1430022"/>
                </a:lnTo>
                <a:lnTo>
                  <a:pt x="0" y="143002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</Words>
  <Application>Microsoft Office PowerPoint</Application>
  <PresentationFormat>Personalizado</PresentationFormat>
  <Paragraphs>73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Bungee</vt:lpstr>
      <vt:lpstr>Balsamiq Sans</vt:lpstr>
      <vt:lpstr>Calibri</vt:lpstr>
      <vt:lpstr>Arial</vt:lpstr>
      <vt:lpstr>Balsamiq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Orange Illustrative Quiz Time Presentation</dc:title>
  <cp:lastModifiedBy>Galia Landeros</cp:lastModifiedBy>
  <cp:revision>2</cp:revision>
  <dcterms:created xsi:type="dcterms:W3CDTF">2006-08-16T00:00:00Z</dcterms:created>
  <dcterms:modified xsi:type="dcterms:W3CDTF">2025-11-12T05:09:06Z</dcterms:modified>
  <dc:identifier>DAG4c2RWp38</dc:identifier>
</cp:coreProperties>
</file>