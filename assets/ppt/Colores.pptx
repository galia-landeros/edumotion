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ernoru Expanded" charset="1" panose="00000A05000000000000"/>
      <p:regular r:id="rId18"/>
    </p:embeddedFont>
    <p:embeddedFont>
      <p:font typeface="Sigher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90603" y="3489334"/>
            <a:ext cx="14167240" cy="162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7"/>
              </a:lnSpc>
            </a:pPr>
            <a:r>
              <a:rPr lang="en-US" sz="12253">
                <a:solidFill>
                  <a:srgbClr val="FFDB00"/>
                </a:solidFill>
                <a:latin typeface="Bernoru Expanded"/>
                <a:ea typeface="Bernoru Expanded"/>
                <a:cs typeface="Bernoru Expanded"/>
                <a:sym typeface="Bernoru Expanded"/>
              </a:rPr>
              <a:t>PREGUNTAS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00950" y="5562751"/>
            <a:ext cx="5305265" cy="974187"/>
            <a:chOff x="0" y="0"/>
            <a:chExt cx="2213189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3189" cy="406400"/>
            </a:xfrm>
            <a:custGeom>
              <a:avLst/>
              <a:gdLst/>
              <a:ahLst/>
              <a:cxnLst/>
              <a:rect r="r" b="b" t="t" l="l"/>
              <a:pathLst>
                <a:path h="406400" w="2213189">
                  <a:moveTo>
                    <a:pt x="2009989" y="0"/>
                  </a:moveTo>
                  <a:cubicBezTo>
                    <a:pt x="2122213" y="0"/>
                    <a:pt x="2213189" y="90976"/>
                    <a:pt x="2213189" y="203200"/>
                  </a:cubicBezTo>
                  <a:cubicBezTo>
                    <a:pt x="2213189" y="315424"/>
                    <a:pt x="2122213" y="406400"/>
                    <a:pt x="20099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0F1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21318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DB01"/>
                  </a:solidFill>
                  <a:latin typeface="Bernoru Expanded"/>
                  <a:ea typeface="Bernoru Expanded"/>
                  <a:cs typeface="Bernoru Expanded"/>
                  <a:sym typeface="Bernoru Expanded"/>
                </a:rPr>
                <a:t>JUGUEMOS!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239444" y="618203"/>
            <a:ext cx="10010471" cy="6631937"/>
          </a:xfrm>
          <a:custGeom>
            <a:avLst/>
            <a:gdLst/>
            <a:ahLst/>
            <a:cxnLst/>
            <a:rect r="r" b="b" t="t" l="l"/>
            <a:pathLst>
              <a:path h="6631937" w="10010471">
                <a:moveTo>
                  <a:pt x="0" y="0"/>
                </a:moveTo>
                <a:lnTo>
                  <a:pt x="10010471" y="0"/>
                </a:lnTo>
                <a:lnTo>
                  <a:pt x="10010471" y="6631937"/>
                </a:lnTo>
                <a:lnTo>
                  <a:pt x="0" y="6631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761049" y="3033587"/>
            <a:ext cx="3245009" cy="3245009"/>
          </a:xfrm>
          <a:custGeom>
            <a:avLst/>
            <a:gdLst/>
            <a:ahLst/>
            <a:cxnLst/>
            <a:rect r="r" b="b" t="t" l="l"/>
            <a:pathLst>
              <a:path h="3245009" w="3245009">
                <a:moveTo>
                  <a:pt x="0" y="0"/>
                </a:moveTo>
                <a:lnTo>
                  <a:pt x="3245008" y="0"/>
                </a:lnTo>
                <a:lnTo>
                  <a:pt x="3245008" y="3245009"/>
                </a:lnTo>
                <a:lnTo>
                  <a:pt x="0" y="32450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62581">
            <a:off x="9894755" y="2945362"/>
            <a:ext cx="3039023" cy="3178629"/>
          </a:xfrm>
          <a:custGeom>
            <a:avLst/>
            <a:gdLst/>
            <a:ahLst/>
            <a:cxnLst/>
            <a:rect r="r" b="b" t="t" l="l"/>
            <a:pathLst>
              <a:path h="3178629" w="3039023">
                <a:moveTo>
                  <a:pt x="0" y="0"/>
                </a:moveTo>
                <a:lnTo>
                  <a:pt x="3039023" y="0"/>
                </a:lnTo>
                <a:lnTo>
                  <a:pt x="3039023" y="3178630"/>
                </a:lnTo>
                <a:lnTo>
                  <a:pt x="0" y="31786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9266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761049" y="1919578"/>
            <a:ext cx="6765902" cy="57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4"/>
              </a:lnSpc>
            </a:pPr>
            <a:r>
              <a:rPr lang="en-US" sz="3324">
                <a:solidFill>
                  <a:srgbClr val="000000"/>
                </a:solidFill>
                <a:latin typeface="Bernoru Expanded"/>
                <a:ea typeface="Bernoru Expanded"/>
                <a:cs typeface="Bernoru Expanded"/>
                <a:sym typeface="Bernoru Expanded"/>
              </a:rPr>
              <a:t>¿QUE ANIMAL VUELA?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65999" y="567405"/>
            <a:ext cx="5756003" cy="11122711"/>
          </a:xfrm>
          <a:custGeom>
            <a:avLst/>
            <a:gdLst/>
            <a:ahLst/>
            <a:cxnLst/>
            <a:rect r="r" b="b" t="t" l="l"/>
            <a:pathLst>
              <a:path h="11122711" w="5756003">
                <a:moveTo>
                  <a:pt x="0" y="0"/>
                </a:moveTo>
                <a:lnTo>
                  <a:pt x="5756002" y="0"/>
                </a:lnTo>
                <a:lnTo>
                  <a:pt x="5756002" y="11122711"/>
                </a:lnTo>
                <a:lnTo>
                  <a:pt x="0" y="111227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40778" y="1750795"/>
            <a:ext cx="3587257" cy="3600760"/>
          </a:xfrm>
          <a:custGeom>
            <a:avLst/>
            <a:gdLst/>
            <a:ahLst/>
            <a:cxnLst/>
            <a:rect r="r" b="b" t="t" l="l"/>
            <a:pathLst>
              <a:path h="3600760" w="3587257">
                <a:moveTo>
                  <a:pt x="0" y="0"/>
                </a:moveTo>
                <a:lnTo>
                  <a:pt x="3587257" y="0"/>
                </a:lnTo>
                <a:lnTo>
                  <a:pt x="3587257" y="3600760"/>
                </a:lnTo>
                <a:lnTo>
                  <a:pt x="0" y="36007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380738" y="3133614"/>
            <a:ext cx="3745040" cy="3913079"/>
          </a:xfrm>
          <a:custGeom>
            <a:avLst/>
            <a:gdLst/>
            <a:ahLst/>
            <a:cxnLst/>
            <a:rect r="r" b="b" t="t" l="l"/>
            <a:pathLst>
              <a:path h="3913079" w="3745040">
                <a:moveTo>
                  <a:pt x="0" y="0"/>
                </a:moveTo>
                <a:lnTo>
                  <a:pt x="3745040" y="0"/>
                </a:lnTo>
                <a:lnTo>
                  <a:pt x="3745040" y="3913079"/>
                </a:lnTo>
                <a:lnTo>
                  <a:pt x="0" y="39130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937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75303" y="2153599"/>
            <a:ext cx="3118207" cy="223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BF63"/>
                </a:solidFill>
                <a:latin typeface="Bernoru Expanded"/>
                <a:ea typeface="Bernoru Expanded"/>
                <a:cs typeface="Bernoru Expanded"/>
                <a:sym typeface="Bernoru Expanded"/>
              </a:rPr>
              <a:t>CORRECTO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Bernoru Expanded"/>
                <a:ea typeface="Bernoru Expanded"/>
                <a:cs typeface="Bernoru Expanded"/>
                <a:sym typeface="Bernoru Expanded"/>
              </a:rPr>
              <a:t>EL PAJARO TIENE 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Bernoru Expanded"/>
                <a:ea typeface="Bernoru Expanded"/>
                <a:cs typeface="Bernoru Expanded"/>
                <a:sym typeface="Bernoru Expanded"/>
              </a:rPr>
              <a:t>ALAS!!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18062" y="1185950"/>
            <a:ext cx="9051877" cy="5996868"/>
          </a:xfrm>
          <a:custGeom>
            <a:avLst/>
            <a:gdLst/>
            <a:ahLst/>
            <a:cxnLst/>
            <a:rect r="r" b="b" t="t" l="l"/>
            <a:pathLst>
              <a:path h="5996868" w="9051877">
                <a:moveTo>
                  <a:pt x="0" y="0"/>
                </a:moveTo>
                <a:lnTo>
                  <a:pt x="9051876" y="0"/>
                </a:lnTo>
                <a:lnTo>
                  <a:pt x="9051876" y="5996868"/>
                </a:lnTo>
                <a:lnTo>
                  <a:pt x="0" y="5996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503389" y="3319222"/>
            <a:ext cx="3174055" cy="3174055"/>
          </a:xfrm>
          <a:custGeom>
            <a:avLst/>
            <a:gdLst/>
            <a:ahLst/>
            <a:cxnLst/>
            <a:rect r="r" b="b" t="t" l="l"/>
            <a:pathLst>
              <a:path h="3174055" w="3174055">
                <a:moveTo>
                  <a:pt x="0" y="0"/>
                </a:moveTo>
                <a:lnTo>
                  <a:pt x="3174055" y="0"/>
                </a:lnTo>
                <a:lnTo>
                  <a:pt x="3174055" y="3174055"/>
                </a:lnTo>
                <a:lnTo>
                  <a:pt x="0" y="31740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41106" y="3282482"/>
            <a:ext cx="3564794" cy="3210795"/>
          </a:xfrm>
          <a:custGeom>
            <a:avLst/>
            <a:gdLst/>
            <a:ahLst/>
            <a:cxnLst/>
            <a:rect r="r" b="b" t="t" l="l"/>
            <a:pathLst>
              <a:path h="3210795" w="3564794">
                <a:moveTo>
                  <a:pt x="0" y="0"/>
                </a:moveTo>
                <a:lnTo>
                  <a:pt x="3564793" y="0"/>
                </a:lnTo>
                <a:lnTo>
                  <a:pt x="3564793" y="3210795"/>
                </a:lnTo>
                <a:lnTo>
                  <a:pt x="0" y="32107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905" t="-7883" r="-2350" b="-1563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383952" y="2239739"/>
            <a:ext cx="5342442" cy="78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9"/>
              </a:lnSpc>
              <a:spcBef>
                <a:spcPct val="0"/>
              </a:spcBef>
            </a:pPr>
            <a:r>
              <a:rPr lang="en-US" sz="4606">
                <a:solidFill>
                  <a:srgbClr val="F4FBF8"/>
                </a:solidFill>
                <a:latin typeface="Sigher"/>
                <a:ea typeface="Sigher"/>
                <a:cs typeface="Sigher"/>
                <a:sym typeface="Sigher"/>
              </a:rPr>
              <a:t>¿QUE ANIMAL NADA?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18062" y="1185950"/>
            <a:ext cx="9051877" cy="5996868"/>
          </a:xfrm>
          <a:custGeom>
            <a:avLst/>
            <a:gdLst/>
            <a:ahLst/>
            <a:cxnLst/>
            <a:rect r="r" b="b" t="t" l="l"/>
            <a:pathLst>
              <a:path h="5996868" w="9051877">
                <a:moveTo>
                  <a:pt x="0" y="0"/>
                </a:moveTo>
                <a:lnTo>
                  <a:pt x="9051876" y="0"/>
                </a:lnTo>
                <a:lnTo>
                  <a:pt x="9051876" y="5996868"/>
                </a:lnTo>
                <a:lnTo>
                  <a:pt x="0" y="5996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72779" y="2251743"/>
            <a:ext cx="5342442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4FBF8"/>
                </a:solidFill>
                <a:latin typeface="Sigher"/>
                <a:ea typeface="Sigher"/>
                <a:cs typeface="Sigher"/>
                <a:sym typeface="Sigher"/>
              </a:rPr>
              <a:t>UN PEZ PAYASO!!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082742" y="3124868"/>
            <a:ext cx="4732479" cy="3463964"/>
          </a:xfrm>
          <a:custGeom>
            <a:avLst/>
            <a:gdLst/>
            <a:ahLst/>
            <a:cxnLst/>
            <a:rect r="r" b="b" t="t" l="l"/>
            <a:pathLst>
              <a:path h="3463964" w="4732479">
                <a:moveTo>
                  <a:pt x="0" y="0"/>
                </a:moveTo>
                <a:lnTo>
                  <a:pt x="4732479" y="0"/>
                </a:lnTo>
                <a:lnTo>
                  <a:pt x="4732479" y="3463964"/>
                </a:lnTo>
                <a:lnTo>
                  <a:pt x="0" y="34639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021" r="0" b="-22598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18062" y="1185950"/>
            <a:ext cx="9051877" cy="5996868"/>
          </a:xfrm>
          <a:custGeom>
            <a:avLst/>
            <a:gdLst/>
            <a:ahLst/>
            <a:cxnLst/>
            <a:rect r="r" b="b" t="t" l="l"/>
            <a:pathLst>
              <a:path h="5996868" w="9051877">
                <a:moveTo>
                  <a:pt x="0" y="0"/>
                </a:moveTo>
                <a:lnTo>
                  <a:pt x="9051876" y="0"/>
                </a:lnTo>
                <a:lnTo>
                  <a:pt x="9051876" y="5996868"/>
                </a:lnTo>
                <a:lnTo>
                  <a:pt x="0" y="5996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78674" y="3050694"/>
            <a:ext cx="3446538" cy="3210795"/>
          </a:xfrm>
          <a:custGeom>
            <a:avLst/>
            <a:gdLst/>
            <a:ahLst/>
            <a:cxnLst/>
            <a:rect r="r" b="b" t="t" l="l"/>
            <a:pathLst>
              <a:path h="3210795" w="3446538">
                <a:moveTo>
                  <a:pt x="0" y="0"/>
                </a:moveTo>
                <a:lnTo>
                  <a:pt x="3446538" y="0"/>
                </a:lnTo>
                <a:lnTo>
                  <a:pt x="3446538" y="3210795"/>
                </a:lnTo>
                <a:lnTo>
                  <a:pt x="0" y="32107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428" t="-9004" r="0" b="-738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68443" y="3050694"/>
            <a:ext cx="3510120" cy="3210795"/>
          </a:xfrm>
          <a:custGeom>
            <a:avLst/>
            <a:gdLst/>
            <a:ahLst/>
            <a:cxnLst/>
            <a:rect r="r" b="b" t="t" l="l"/>
            <a:pathLst>
              <a:path h="3210795" w="3510120">
                <a:moveTo>
                  <a:pt x="0" y="0"/>
                </a:moveTo>
                <a:lnTo>
                  <a:pt x="3510119" y="0"/>
                </a:lnTo>
                <a:lnTo>
                  <a:pt x="3510119" y="3210795"/>
                </a:lnTo>
                <a:lnTo>
                  <a:pt x="0" y="32107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555" r="0" b="-1137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97462" y="2249264"/>
            <a:ext cx="6889339" cy="66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9"/>
              </a:lnSpc>
              <a:spcBef>
                <a:spcPct val="0"/>
              </a:spcBef>
            </a:pPr>
            <a:r>
              <a:rPr lang="en-US" sz="3906">
                <a:solidFill>
                  <a:srgbClr val="F4FBF8"/>
                </a:solidFill>
                <a:latin typeface="Sigher"/>
                <a:ea typeface="Sigher"/>
                <a:cs typeface="Sigher"/>
                <a:sym typeface="Sigher"/>
              </a:rPr>
              <a:t>¿QUE ANIMAL TIENE 4 PATAS?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18062" y="1185950"/>
            <a:ext cx="9051877" cy="5996868"/>
          </a:xfrm>
          <a:custGeom>
            <a:avLst/>
            <a:gdLst/>
            <a:ahLst/>
            <a:cxnLst/>
            <a:rect r="r" b="b" t="t" l="l"/>
            <a:pathLst>
              <a:path h="5996868" w="9051877">
                <a:moveTo>
                  <a:pt x="0" y="0"/>
                </a:moveTo>
                <a:lnTo>
                  <a:pt x="9051876" y="0"/>
                </a:lnTo>
                <a:lnTo>
                  <a:pt x="9051876" y="5996868"/>
                </a:lnTo>
                <a:lnTo>
                  <a:pt x="0" y="5996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06531" y="2626477"/>
            <a:ext cx="4330456" cy="4034254"/>
          </a:xfrm>
          <a:custGeom>
            <a:avLst/>
            <a:gdLst/>
            <a:ahLst/>
            <a:cxnLst/>
            <a:rect r="r" b="b" t="t" l="l"/>
            <a:pathLst>
              <a:path h="4034254" w="4330456">
                <a:moveTo>
                  <a:pt x="0" y="0"/>
                </a:moveTo>
                <a:lnTo>
                  <a:pt x="4330456" y="0"/>
                </a:lnTo>
                <a:lnTo>
                  <a:pt x="4330456" y="4034254"/>
                </a:lnTo>
                <a:lnTo>
                  <a:pt x="0" y="4034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428" t="-9004" r="0" b="-738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57355" y="3807171"/>
            <a:ext cx="6889339" cy="66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9"/>
              </a:lnSpc>
              <a:spcBef>
                <a:spcPct val="0"/>
              </a:spcBef>
            </a:pPr>
            <a:r>
              <a:rPr lang="en-US" sz="3906">
                <a:solidFill>
                  <a:srgbClr val="F4FBF8"/>
                </a:solidFill>
                <a:latin typeface="Sigher"/>
                <a:ea typeface="Sigher"/>
                <a:cs typeface="Sigher"/>
                <a:sym typeface="Sigher"/>
              </a:rPr>
              <a:t>UN PERRO!!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18062" y="1185950"/>
            <a:ext cx="9051877" cy="5996868"/>
          </a:xfrm>
          <a:custGeom>
            <a:avLst/>
            <a:gdLst/>
            <a:ahLst/>
            <a:cxnLst/>
            <a:rect r="r" b="b" t="t" l="l"/>
            <a:pathLst>
              <a:path h="5996868" w="9051877">
                <a:moveTo>
                  <a:pt x="0" y="0"/>
                </a:moveTo>
                <a:lnTo>
                  <a:pt x="9051876" y="0"/>
                </a:lnTo>
                <a:lnTo>
                  <a:pt x="9051876" y="5996868"/>
                </a:lnTo>
                <a:lnTo>
                  <a:pt x="0" y="5996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01168" y="2933757"/>
            <a:ext cx="3444669" cy="3444669"/>
          </a:xfrm>
          <a:custGeom>
            <a:avLst/>
            <a:gdLst/>
            <a:ahLst/>
            <a:cxnLst/>
            <a:rect r="r" b="b" t="t" l="l"/>
            <a:pathLst>
              <a:path h="3444669" w="3444669">
                <a:moveTo>
                  <a:pt x="0" y="0"/>
                </a:moveTo>
                <a:lnTo>
                  <a:pt x="3444669" y="0"/>
                </a:lnTo>
                <a:lnTo>
                  <a:pt x="3444669" y="3444669"/>
                </a:lnTo>
                <a:lnTo>
                  <a:pt x="0" y="34446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577390" y="2917966"/>
            <a:ext cx="3460460" cy="3460460"/>
          </a:xfrm>
          <a:custGeom>
            <a:avLst/>
            <a:gdLst/>
            <a:ahLst/>
            <a:cxnLst/>
            <a:rect r="r" b="b" t="t" l="l"/>
            <a:pathLst>
              <a:path h="3460460" w="3460460">
                <a:moveTo>
                  <a:pt x="0" y="0"/>
                </a:moveTo>
                <a:lnTo>
                  <a:pt x="3460461" y="0"/>
                </a:lnTo>
                <a:lnTo>
                  <a:pt x="3460461" y="3460460"/>
                </a:lnTo>
                <a:lnTo>
                  <a:pt x="0" y="34604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97462" y="2249264"/>
            <a:ext cx="6889339" cy="66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9"/>
              </a:lnSpc>
              <a:spcBef>
                <a:spcPct val="0"/>
              </a:spcBef>
            </a:pPr>
            <a:r>
              <a:rPr lang="en-US" sz="3806">
                <a:solidFill>
                  <a:srgbClr val="F4FBF8"/>
                </a:solidFill>
                <a:latin typeface="Sigher"/>
                <a:ea typeface="Sigher"/>
                <a:cs typeface="Sigher"/>
                <a:sym typeface="Sigher"/>
              </a:rPr>
              <a:t>¿QUE ANIMAL ES VERDE?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17364" y="1185950"/>
            <a:ext cx="9051877" cy="5996868"/>
          </a:xfrm>
          <a:custGeom>
            <a:avLst/>
            <a:gdLst/>
            <a:ahLst/>
            <a:cxnLst/>
            <a:rect r="r" b="b" t="t" l="l"/>
            <a:pathLst>
              <a:path h="5996868" w="9051877">
                <a:moveTo>
                  <a:pt x="0" y="0"/>
                </a:moveTo>
                <a:lnTo>
                  <a:pt x="9051876" y="0"/>
                </a:lnTo>
                <a:lnTo>
                  <a:pt x="9051876" y="5996868"/>
                </a:lnTo>
                <a:lnTo>
                  <a:pt x="0" y="5996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816298" y="2519141"/>
            <a:ext cx="3807802" cy="3858982"/>
          </a:xfrm>
          <a:custGeom>
            <a:avLst/>
            <a:gdLst/>
            <a:ahLst/>
            <a:cxnLst/>
            <a:rect r="r" b="b" t="t" l="l"/>
            <a:pathLst>
              <a:path h="3858982" w="3807802">
                <a:moveTo>
                  <a:pt x="0" y="0"/>
                </a:moveTo>
                <a:lnTo>
                  <a:pt x="3807802" y="0"/>
                </a:lnTo>
                <a:lnTo>
                  <a:pt x="3807802" y="3858981"/>
                </a:lnTo>
                <a:lnTo>
                  <a:pt x="0" y="38589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752" t="-6631" r="-7392" b="-994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720199" y="4098659"/>
            <a:ext cx="6889339" cy="66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9"/>
              </a:lnSpc>
              <a:spcBef>
                <a:spcPct val="0"/>
              </a:spcBef>
            </a:pPr>
            <a:r>
              <a:rPr lang="en-US" sz="3806">
                <a:solidFill>
                  <a:srgbClr val="F4FBF8"/>
                </a:solidFill>
                <a:latin typeface="Sigher"/>
                <a:ea typeface="Sigher"/>
                <a:cs typeface="Sigher"/>
                <a:sym typeface="Sigher"/>
              </a:rPr>
              <a:t>UNA RANA!!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18062" y="1185950"/>
            <a:ext cx="9051877" cy="5996868"/>
          </a:xfrm>
          <a:custGeom>
            <a:avLst/>
            <a:gdLst/>
            <a:ahLst/>
            <a:cxnLst/>
            <a:rect r="r" b="b" t="t" l="l"/>
            <a:pathLst>
              <a:path h="5996868" w="9051877">
                <a:moveTo>
                  <a:pt x="0" y="0"/>
                </a:moveTo>
                <a:lnTo>
                  <a:pt x="9051876" y="0"/>
                </a:lnTo>
                <a:lnTo>
                  <a:pt x="9051876" y="5996868"/>
                </a:lnTo>
                <a:lnTo>
                  <a:pt x="0" y="5996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500431" y="2933757"/>
            <a:ext cx="3472294" cy="3472294"/>
          </a:xfrm>
          <a:custGeom>
            <a:avLst/>
            <a:gdLst/>
            <a:ahLst/>
            <a:cxnLst/>
            <a:rect r="r" b="b" t="t" l="l"/>
            <a:pathLst>
              <a:path h="3472294" w="3472294">
                <a:moveTo>
                  <a:pt x="0" y="0"/>
                </a:moveTo>
                <a:lnTo>
                  <a:pt x="3472294" y="0"/>
                </a:lnTo>
                <a:lnTo>
                  <a:pt x="3472294" y="3472294"/>
                </a:lnTo>
                <a:lnTo>
                  <a:pt x="0" y="34722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73543" y="2906132"/>
            <a:ext cx="3499919" cy="3499919"/>
          </a:xfrm>
          <a:custGeom>
            <a:avLst/>
            <a:gdLst/>
            <a:ahLst/>
            <a:cxnLst/>
            <a:rect r="r" b="b" t="t" l="l"/>
            <a:pathLst>
              <a:path h="3499919" w="3499919">
                <a:moveTo>
                  <a:pt x="0" y="0"/>
                </a:moveTo>
                <a:lnTo>
                  <a:pt x="3499919" y="0"/>
                </a:lnTo>
                <a:lnTo>
                  <a:pt x="3499919" y="3499919"/>
                </a:lnTo>
                <a:lnTo>
                  <a:pt x="0" y="3499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97462" y="2249264"/>
            <a:ext cx="6889339" cy="66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9"/>
              </a:lnSpc>
              <a:spcBef>
                <a:spcPct val="0"/>
              </a:spcBef>
            </a:pPr>
            <a:r>
              <a:rPr lang="en-US" sz="3806">
                <a:solidFill>
                  <a:srgbClr val="F4FBF8"/>
                </a:solidFill>
                <a:latin typeface="Sigher"/>
                <a:ea typeface="Sigher"/>
                <a:cs typeface="Sigher"/>
                <a:sym typeface="Sigher"/>
              </a:rPr>
              <a:t>¿QUE ANIMAL NO TIENE PIES?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18062" y="1185950"/>
            <a:ext cx="9051877" cy="5996868"/>
          </a:xfrm>
          <a:custGeom>
            <a:avLst/>
            <a:gdLst/>
            <a:ahLst/>
            <a:cxnLst/>
            <a:rect r="r" b="b" t="t" l="l"/>
            <a:pathLst>
              <a:path h="5996868" w="9051877">
                <a:moveTo>
                  <a:pt x="0" y="0"/>
                </a:moveTo>
                <a:lnTo>
                  <a:pt x="9051876" y="0"/>
                </a:lnTo>
                <a:lnTo>
                  <a:pt x="9051876" y="5996868"/>
                </a:lnTo>
                <a:lnTo>
                  <a:pt x="0" y="5996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78288" y="2434755"/>
            <a:ext cx="4150424" cy="4150424"/>
          </a:xfrm>
          <a:custGeom>
            <a:avLst/>
            <a:gdLst/>
            <a:ahLst/>
            <a:cxnLst/>
            <a:rect r="r" b="b" t="t" l="l"/>
            <a:pathLst>
              <a:path h="4150424" w="4150424">
                <a:moveTo>
                  <a:pt x="0" y="0"/>
                </a:moveTo>
                <a:lnTo>
                  <a:pt x="4150424" y="0"/>
                </a:lnTo>
                <a:lnTo>
                  <a:pt x="4150424" y="4150424"/>
                </a:lnTo>
                <a:lnTo>
                  <a:pt x="0" y="41504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57355" y="3519074"/>
            <a:ext cx="6889339" cy="66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9"/>
              </a:lnSpc>
              <a:spcBef>
                <a:spcPct val="0"/>
              </a:spcBef>
            </a:pPr>
            <a:r>
              <a:rPr lang="en-US" sz="3806">
                <a:solidFill>
                  <a:srgbClr val="F4FBF8"/>
                </a:solidFill>
                <a:latin typeface="Sigher"/>
                <a:ea typeface="Sigher"/>
                <a:cs typeface="Sigher"/>
                <a:sym typeface="Sigher"/>
              </a:rPr>
              <a:t>UN CARACOL!!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BC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0221" y="8573915"/>
            <a:ext cx="19528441" cy="2236894"/>
          </a:xfrm>
          <a:custGeom>
            <a:avLst/>
            <a:gdLst/>
            <a:ahLst/>
            <a:cxnLst/>
            <a:rect r="r" b="b" t="t" l="l"/>
            <a:pathLst>
              <a:path h="2236894" w="19528441">
                <a:moveTo>
                  <a:pt x="0" y="0"/>
                </a:moveTo>
                <a:lnTo>
                  <a:pt x="19528442" y="0"/>
                </a:lnTo>
                <a:lnTo>
                  <a:pt x="19528442" y="2236894"/>
                </a:lnTo>
                <a:lnTo>
                  <a:pt x="0" y="2236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1954" y="7705791"/>
            <a:ext cx="18511907" cy="1106317"/>
            <a:chOff x="0" y="0"/>
            <a:chExt cx="4875564" cy="291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5564" cy="291376"/>
            </a:xfrm>
            <a:custGeom>
              <a:avLst/>
              <a:gdLst/>
              <a:ahLst/>
              <a:cxnLst/>
              <a:rect r="r" b="b" t="t" l="l"/>
              <a:pathLst>
                <a:path h="291376" w="4875564">
                  <a:moveTo>
                    <a:pt x="0" y="0"/>
                  </a:moveTo>
                  <a:lnTo>
                    <a:pt x="4875564" y="0"/>
                  </a:lnTo>
                  <a:lnTo>
                    <a:pt x="4875564" y="291376"/>
                  </a:lnTo>
                  <a:lnTo>
                    <a:pt x="0" y="291376"/>
                  </a:lnTo>
                  <a:close/>
                </a:path>
              </a:pathLst>
            </a:custGeom>
            <a:solidFill>
              <a:srgbClr val="EAEC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875564" cy="358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96001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5995" y="2917966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8"/>
                </a:lnTo>
                <a:lnTo>
                  <a:pt x="0" y="1266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39140" y="54955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0778" y="5562751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57355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7" y="0"/>
                </a:lnTo>
                <a:lnTo>
                  <a:pt x="2926597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23502" y="339973"/>
            <a:ext cx="2926597" cy="1266419"/>
          </a:xfrm>
          <a:custGeom>
            <a:avLst/>
            <a:gdLst/>
            <a:ahLst/>
            <a:cxnLst/>
            <a:rect r="r" b="b" t="t" l="l"/>
            <a:pathLst>
              <a:path h="1266419" w="2926597">
                <a:moveTo>
                  <a:pt x="0" y="0"/>
                </a:moveTo>
                <a:lnTo>
                  <a:pt x="2926598" y="0"/>
                </a:lnTo>
                <a:lnTo>
                  <a:pt x="2926598" y="1266419"/>
                </a:lnTo>
                <a:lnTo>
                  <a:pt x="0" y="12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247046">
            <a:off x="6581343" y="1204701"/>
            <a:ext cx="5125315" cy="6902780"/>
          </a:xfrm>
          <a:custGeom>
            <a:avLst/>
            <a:gdLst/>
            <a:ahLst/>
            <a:cxnLst/>
            <a:rect r="r" b="b" t="t" l="l"/>
            <a:pathLst>
              <a:path h="6902780" w="5125315">
                <a:moveTo>
                  <a:pt x="0" y="0"/>
                </a:moveTo>
                <a:lnTo>
                  <a:pt x="5125314" y="0"/>
                </a:lnTo>
                <a:lnTo>
                  <a:pt x="5125314" y="6902780"/>
                </a:lnTo>
                <a:lnTo>
                  <a:pt x="0" y="6902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133648">
            <a:off x="6281090" y="3034087"/>
            <a:ext cx="5940263" cy="2161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0"/>
              </a:lnSpc>
            </a:pPr>
            <a:r>
              <a:rPr lang="en-US" sz="7990">
                <a:solidFill>
                  <a:srgbClr val="000000"/>
                </a:solidFill>
                <a:latin typeface="Sigher"/>
                <a:ea typeface="Sigher"/>
                <a:cs typeface="Sigher"/>
                <a:sym typeface="Sigher"/>
              </a:rPr>
              <a:t>GRACIAS POR JUGAR</a:t>
            </a:r>
          </a:p>
        </p:txBody>
      </p:sp>
      <p:grpSp>
        <p:nvGrpSpPr>
          <p:cNvPr name="Group 14" id="14"/>
          <p:cNvGrpSpPr/>
          <p:nvPr/>
        </p:nvGrpSpPr>
        <p:grpSpPr>
          <a:xfrm rot="150960">
            <a:off x="7280986" y="5448502"/>
            <a:ext cx="3425870" cy="974187"/>
            <a:chOff x="0" y="0"/>
            <a:chExt cx="1429165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9165" cy="406400"/>
            </a:xfrm>
            <a:custGeom>
              <a:avLst/>
              <a:gdLst/>
              <a:ahLst/>
              <a:cxnLst/>
              <a:rect r="r" b="b" t="t" l="l"/>
              <a:pathLst>
                <a:path h="406400" w="1429165">
                  <a:moveTo>
                    <a:pt x="1225965" y="0"/>
                  </a:moveTo>
                  <a:cubicBezTo>
                    <a:pt x="1338189" y="0"/>
                    <a:pt x="1429165" y="90976"/>
                    <a:pt x="1429165" y="203200"/>
                  </a:cubicBezTo>
                  <a:cubicBezTo>
                    <a:pt x="1429165" y="315424"/>
                    <a:pt x="1338189" y="406400"/>
                    <a:pt x="12259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70F1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429165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DB01"/>
                  </a:solidFill>
                  <a:latin typeface="Bernoru Expanded"/>
                  <a:ea typeface="Bernoru Expanded"/>
                  <a:cs typeface="Bernoru Expanded"/>
                  <a:sym typeface="Bernoru Expanded"/>
                </a:rPr>
                <a:t>FIN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DAG4jJQGOl0</dc:identifier>
  <dcterms:modified xsi:type="dcterms:W3CDTF">2011-08-01T06:04:30Z</dcterms:modified>
  <cp:revision>1</cp:revision>
  <dc:title>Colores</dc:title>
</cp:coreProperties>
</file>