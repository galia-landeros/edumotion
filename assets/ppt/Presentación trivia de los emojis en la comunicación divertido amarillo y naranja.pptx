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Fredoka" charset="1" panose="02000000000000000000"/>
      <p:regular r:id="rId22"/>
    </p:embeddedFont>
    <p:embeddedFont>
      <p:font typeface="Boulder" charset="1" panose="00000000000000000000"/>
      <p:regular r:id="rId23"/>
    </p:embeddedFont>
    <p:embeddedFont>
      <p:font typeface="KG Primary Penmanship" charset="1" panose="020005060000000200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1.png" Type="http://schemas.openxmlformats.org/officeDocument/2006/relationships/image"/><Relationship Id="rId20" Target="../media/image37.png" Type="http://schemas.openxmlformats.org/officeDocument/2006/relationships/image"/><Relationship Id="rId21" Target="../media/image3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39.png" Type="http://schemas.openxmlformats.org/officeDocument/2006/relationships/image"/><Relationship Id="rId20" Target="../media/image55.png" Type="http://schemas.openxmlformats.org/officeDocument/2006/relationships/image"/><Relationship Id="rId21" Target="../media/image56.sv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5.png" Type="http://schemas.openxmlformats.org/officeDocument/2006/relationships/image"/><Relationship Id="rId15" Target="../media/image6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media/image83.png" Type="http://schemas.openxmlformats.org/officeDocument/2006/relationships/image"/><Relationship Id="rId15" Target="../media/image84.svg" Type="http://schemas.openxmlformats.org/officeDocument/2006/relationships/image"/><Relationship Id="rId16" Target="../media/image85.png" Type="http://schemas.openxmlformats.org/officeDocument/2006/relationships/image"/><Relationship Id="rId17" Target="../media/image86.svg" Type="http://schemas.openxmlformats.org/officeDocument/2006/relationships/image"/><Relationship Id="rId18" Target="../media/image87.png" Type="http://schemas.openxmlformats.org/officeDocument/2006/relationships/image"/><Relationship Id="rId19" Target="../media/image88.svg" Type="http://schemas.openxmlformats.org/officeDocument/2006/relationships/image"/><Relationship Id="rId2" Target="../media/image73.png" Type="http://schemas.openxmlformats.org/officeDocument/2006/relationships/image"/><Relationship Id="rId20" Target="../media/image89.png" Type="http://schemas.openxmlformats.org/officeDocument/2006/relationships/image"/><Relationship Id="rId21" Target="../media/image90.sv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93.png" Type="http://schemas.openxmlformats.org/officeDocument/2006/relationships/image"/><Relationship Id="rId15" Target="../media/image94.svg" Type="http://schemas.openxmlformats.org/officeDocument/2006/relationships/image"/><Relationship Id="rId16" Target="../media/image95.png" Type="http://schemas.openxmlformats.org/officeDocument/2006/relationships/image"/><Relationship Id="rId17" Target="../media/image96.svg" Type="http://schemas.openxmlformats.org/officeDocument/2006/relationships/image"/><Relationship Id="rId18" Target="../media/image97.png" Type="http://schemas.openxmlformats.org/officeDocument/2006/relationships/image"/><Relationship Id="rId19" Target="../media/image98.svg" Type="http://schemas.openxmlformats.org/officeDocument/2006/relationships/image"/><Relationship Id="rId2" Target="../media/image73.png" Type="http://schemas.openxmlformats.org/officeDocument/2006/relationships/image"/><Relationship Id="rId20" Target="../media/image99.png" Type="http://schemas.openxmlformats.org/officeDocument/2006/relationships/image"/><Relationship Id="rId21" Target="../media/image100.svg" Type="http://schemas.openxmlformats.org/officeDocument/2006/relationships/image"/><Relationship Id="rId22" Target="../media/image101.png" Type="http://schemas.openxmlformats.org/officeDocument/2006/relationships/image"/><Relationship Id="rId23" Target="../media/image102.svg" Type="http://schemas.openxmlformats.org/officeDocument/2006/relationships/image"/><Relationship Id="rId24" Target="../media/image103.png" Type="http://schemas.openxmlformats.org/officeDocument/2006/relationships/image"/><Relationship Id="rId25" Target="../media/image104.sv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105.png" Type="http://schemas.openxmlformats.org/officeDocument/2006/relationships/image"/><Relationship Id="rId15" Target="../media/image106.svg" Type="http://schemas.openxmlformats.org/officeDocument/2006/relationships/image"/><Relationship Id="rId16" Target="../media/image107.png" Type="http://schemas.openxmlformats.org/officeDocument/2006/relationships/image"/><Relationship Id="rId17" Target="../media/image108.svg" Type="http://schemas.openxmlformats.org/officeDocument/2006/relationships/image"/><Relationship Id="rId18" Target="../media/image109.png" Type="http://schemas.openxmlformats.org/officeDocument/2006/relationships/image"/><Relationship Id="rId19" Target="../media/image110.svg" Type="http://schemas.openxmlformats.org/officeDocument/2006/relationships/image"/><Relationship Id="rId2" Target="../media/image73.png" Type="http://schemas.openxmlformats.org/officeDocument/2006/relationships/image"/><Relationship Id="rId20" Target="../media/image111.png" Type="http://schemas.openxmlformats.org/officeDocument/2006/relationships/image"/><Relationship Id="rId21" Target="../media/image112.svg" Type="http://schemas.openxmlformats.org/officeDocument/2006/relationships/image"/><Relationship Id="rId22" Target="../media/image101.png" Type="http://schemas.openxmlformats.org/officeDocument/2006/relationships/image"/><Relationship Id="rId23" Target="../media/image102.svg" Type="http://schemas.openxmlformats.org/officeDocument/2006/relationships/image"/><Relationship Id="rId24" Target="../media/image103.png" Type="http://schemas.openxmlformats.org/officeDocument/2006/relationships/image"/><Relationship Id="rId25" Target="../media/image104.sv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113.png" Type="http://schemas.openxmlformats.org/officeDocument/2006/relationships/image"/><Relationship Id="rId15" Target="../media/image114.svg" Type="http://schemas.openxmlformats.org/officeDocument/2006/relationships/image"/><Relationship Id="rId16" Target="../media/image115.png" Type="http://schemas.openxmlformats.org/officeDocument/2006/relationships/image"/><Relationship Id="rId17" Target="../media/image116.svg" Type="http://schemas.openxmlformats.org/officeDocument/2006/relationships/image"/><Relationship Id="rId18" Target="../media/image117.png" Type="http://schemas.openxmlformats.org/officeDocument/2006/relationships/image"/><Relationship Id="rId19" Target="../media/image118.svg" Type="http://schemas.openxmlformats.org/officeDocument/2006/relationships/image"/><Relationship Id="rId2" Target="../media/image73.png" Type="http://schemas.openxmlformats.org/officeDocument/2006/relationships/image"/><Relationship Id="rId20" Target="../media/image119.png" Type="http://schemas.openxmlformats.org/officeDocument/2006/relationships/image"/><Relationship Id="rId21" Target="../media/image120.svg" Type="http://schemas.openxmlformats.org/officeDocument/2006/relationships/image"/><Relationship Id="rId22" Target="../media/image101.png" Type="http://schemas.openxmlformats.org/officeDocument/2006/relationships/image"/><Relationship Id="rId23" Target="../media/image102.svg" Type="http://schemas.openxmlformats.org/officeDocument/2006/relationships/image"/><Relationship Id="rId24" Target="../media/image103.png" Type="http://schemas.openxmlformats.org/officeDocument/2006/relationships/image"/><Relationship Id="rId25" Target="../media/image104.sv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121.png" Type="http://schemas.openxmlformats.org/officeDocument/2006/relationships/image"/><Relationship Id="rId15" Target="../media/image122.svg" Type="http://schemas.openxmlformats.org/officeDocument/2006/relationships/image"/><Relationship Id="rId16" Target="../media/image123.png" Type="http://schemas.openxmlformats.org/officeDocument/2006/relationships/image"/><Relationship Id="rId17" Target="../media/image124.svg" Type="http://schemas.openxmlformats.org/officeDocument/2006/relationships/image"/><Relationship Id="rId18" Target="../media/image125.png" Type="http://schemas.openxmlformats.org/officeDocument/2006/relationships/image"/><Relationship Id="rId19" Target="../media/image126.svg" Type="http://schemas.openxmlformats.org/officeDocument/2006/relationships/image"/><Relationship Id="rId2" Target="../media/image73.png" Type="http://schemas.openxmlformats.org/officeDocument/2006/relationships/image"/><Relationship Id="rId20" Target="../media/image127.png" Type="http://schemas.openxmlformats.org/officeDocument/2006/relationships/image"/><Relationship Id="rId21" Target="../media/image128.svg" Type="http://schemas.openxmlformats.org/officeDocument/2006/relationships/image"/><Relationship Id="rId22" Target="../media/image129.png" Type="http://schemas.openxmlformats.org/officeDocument/2006/relationships/image"/><Relationship Id="rId23" Target="../media/image130.svg" Type="http://schemas.openxmlformats.org/officeDocument/2006/relationships/image"/><Relationship Id="rId24" Target="../media/image101.png" Type="http://schemas.openxmlformats.org/officeDocument/2006/relationships/image"/><Relationship Id="rId25" Target="../media/image102.svg" Type="http://schemas.openxmlformats.org/officeDocument/2006/relationships/image"/><Relationship Id="rId26" Target="../media/image103.png" Type="http://schemas.openxmlformats.org/officeDocument/2006/relationships/image"/><Relationship Id="rId27" Target="../media/image104.sv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9.png" Type="http://schemas.openxmlformats.org/officeDocument/2006/relationships/image"/><Relationship Id="rId13" Target="../media/image140.svg" Type="http://schemas.openxmlformats.org/officeDocument/2006/relationships/image"/><Relationship Id="rId14" Target="../media/image141.png" Type="http://schemas.openxmlformats.org/officeDocument/2006/relationships/image"/><Relationship Id="rId15" Target="../media/image142.svg" Type="http://schemas.openxmlformats.org/officeDocument/2006/relationships/image"/><Relationship Id="rId16" Target="../media/image143.png" Type="http://schemas.openxmlformats.org/officeDocument/2006/relationships/image"/><Relationship Id="rId17" Target="../media/image144.svg" Type="http://schemas.openxmlformats.org/officeDocument/2006/relationships/image"/><Relationship Id="rId18" Target="../media/image145.png" Type="http://schemas.openxmlformats.org/officeDocument/2006/relationships/image"/><Relationship Id="rId19" Target="../media/image146.svg" Type="http://schemas.openxmlformats.org/officeDocument/2006/relationships/image"/><Relationship Id="rId2" Target="../media/image131.png" Type="http://schemas.openxmlformats.org/officeDocument/2006/relationships/image"/><Relationship Id="rId20" Target="../media/image147.png" Type="http://schemas.openxmlformats.org/officeDocument/2006/relationships/image"/><Relationship Id="rId21" Target="../media/image148.svg" Type="http://schemas.openxmlformats.org/officeDocument/2006/relationships/image"/><Relationship Id="rId3" Target="../media/image132.sv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135.png" Type="http://schemas.openxmlformats.org/officeDocument/2006/relationships/image"/><Relationship Id="rId7" Target="../media/image136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9.png" Type="http://schemas.openxmlformats.org/officeDocument/2006/relationships/image"/><Relationship Id="rId13" Target="../media/image150.svg" Type="http://schemas.openxmlformats.org/officeDocument/2006/relationships/image"/><Relationship Id="rId14" Target="../media/image151.png" Type="http://schemas.openxmlformats.org/officeDocument/2006/relationships/image"/><Relationship Id="rId15" Target="../media/image152.svg" Type="http://schemas.openxmlformats.org/officeDocument/2006/relationships/image"/><Relationship Id="rId16" Target="../media/image153.png" Type="http://schemas.openxmlformats.org/officeDocument/2006/relationships/image"/><Relationship Id="rId17" Target="../media/image154.svg" Type="http://schemas.openxmlformats.org/officeDocument/2006/relationships/image"/><Relationship Id="rId18" Target="../media/image155.png" Type="http://schemas.openxmlformats.org/officeDocument/2006/relationships/image"/><Relationship Id="rId19" Target="../media/image156.svg" Type="http://schemas.openxmlformats.org/officeDocument/2006/relationships/image"/><Relationship Id="rId2" Target="../media/image131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157.png" Type="http://schemas.openxmlformats.org/officeDocument/2006/relationships/image"/><Relationship Id="rId23" Target="../media/image158.svg" Type="http://schemas.openxmlformats.org/officeDocument/2006/relationships/image"/><Relationship Id="rId24" Target="../media/image159.png" Type="http://schemas.openxmlformats.org/officeDocument/2006/relationships/image"/><Relationship Id="rId25" Target="../media/image160.svg" Type="http://schemas.openxmlformats.org/officeDocument/2006/relationships/image"/><Relationship Id="rId3" Target="../media/image132.sv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135.png" Type="http://schemas.openxmlformats.org/officeDocument/2006/relationships/image"/><Relationship Id="rId7" Target="../media/image136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31.png" Type="http://schemas.openxmlformats.org/officeDocument/2006/relationships/image"/><Relationship Id="rId3" Target="../media/image132.sv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135.png" Type="http://schemas.openxmlformats.org/officeDocument/2006/relationships/image"/><Relationship Id="rId7" Target="../media/image136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11" Target="../media/image152.svg" Type="http://schemas.openxmlformats.org/officeDocument/2006/relationships/image"/><Relationship Id="rId12" Target="../media/image153.png" Type="http://schemas.openxmlformats.org/officeDocument/2006/relationships/image"/><Relationship Id="rId13" Target="../media/image154.svg" Type="http://schemas.openxmlformats.org/officeDocument/2006/relationships/image"/><Relationship Id="rId14" Target="../media/image155.png" Type="http://schemas.openxmlformats.org/officeDocument/2006/relationships/image"/><Relationship Id="rId15" Target="../media/image156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57.png" Type="http://schemas.openxmlformats.org/officeDocument/2006/relationships/image"/><Relationship Id="rId19" Target="../media/image158.svg" Type="http://schemas.openxmlformats.org/officeDocument/2006/relationships/image"/><Relationship Id="rId2" Target="../media/image5.png" Type="http://schemas.openxmlformats.org/officeDocument/2006/relationships/image"/><Relationship Id="rId20" Target="../media/image161.png" Type="http://schemas.openxmlformats.org/officeDocument/2006/relationships/image"/><Relationship Id="rId21" Target="../media/image162.sv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49.png" Type="http://schemas.openxmlformats.org/officeDocument/2006/relationships/image"/><Relationship Id="rId9" Target="../media/image15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11" Target="../media/image152.svg" Type="http://schemas.openxmlformats.org/officeDocument/2006/relationships/image"/><Relationship Id="rId12" Target="../media/image153.png" Type="http://schemas.openxmlformats.org/officeDocument/2006/relationships/image"/><Relationship Id="rId13" Target="../media/image154.svg" Type="http://schemas.openxmlformats.org/officeDocument/2006/relationships/image"/><Relationship Id="rId14" Target="../media/image155.png" Type="http://schemas.openxmlformats.org/officeDocument/2006/relationships/image"/><Relationship Id="rId15" Target="../media/image156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57.png" Type="http://schemas.openxmlformats.org/officeDocument/2006/relationships/image"/><Relationship Id="rId19" Target="../media/image158.svg" Type="http://schemas.openxmlformats.org/officeDocument/2006/relationships/image"/><Relationship Id="rId2" Target="../media/image5.png" Type="http://schemas.openxmlformats.org/officeDocument/2006/relationships/image"/><Relationship Id="rId20" Target="../media/image161.png" Type="http://schemas.openxmlformats.org/officeDocument/2006/relationships/image"/><Relationship Id="rId21" Target="../media/image162.sv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49.png" Type="http://schemas.openxmlformats.org/officeDocument/2006/relationships/image"/><Relationship Id="rId9" Target="../media/image1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B4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964385">
            <a:off x="-541658" y="6589702"/>
            <a:ext cx="3308120" cy="3308120"/>
          </a:xfrm>
          <a:custGeom>
            <a:avLst/>
            <a:gdLst/>
            <a:ahLst/>
            <a:cxnLst/>
            <a:rect r="r" b="b" t="t" l="l"/>
            <a:pathLst>
              <a:path h="3308120" w="3308120">
                <a:moveTo>
                  <a:pt x="0" y="0"/>
                </a:moveTo>
                <a:lnTo>
                  <a:pt x="3308120" y="0"/>
                </a:lnTo>
                <a:lnTo>
                  <a:pt x="3308120" y="3308119"/>
                </a:lnTo>
                <a:lnTo>
                  <a:pt x="0" y="3308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82897">
            <a:off x="2002311" y="7200900"/>
            <a:ext cx="3780472" cy="4114800"/>
          </a:xfrm>
          <a:custGeom>
            <a:avLst/>
            <a:gdLst/>
            <a:ahLst/>
            <a:cxnLst/>
            <a:rect r="r" b="b" t="t" l="l"/>
            <a:pathLst>
              <a:path h="4114800" w="3780472">
                <a:moveTo>
                  <a:pt x="0" y="0"/>
                </a:moveTo>
                <a:lnTo>
                  <a:pt x="3780473" y="0"/>
                </a:lnTo>
                <a:lnTo>
                  <a:pt x="3780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760499" y="6448357"/>
            <a:ext cx="3590809" cy="3590809"/>
          </a:xfrm>
          <a:custGeom>
            <a:avLst/>
            <a:gdLst/>
            <a:ahLst/>
            <a:cxnLst/>
            <a:rect r="r" b="b" t="t" l="l"/>
            <a:pathLst>
              <a:path h="3590809" w="3590809">
                <a:moveTo>
                  <a:pt x="0" y="0"/>
                </a:moveTo>
                <a:lnTo>
                  <a:pt x="3590809" y="0"/>
                </a:lnTo>
                <a:lnTo>
                  <a:pt x="3590809" y="3590809"/>
                </a:lnTo>
                <a:lnTo>
                  <a:pt x="0" y="35908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211550">
            <a:off x="10577378" y="8200152"/>
            <a:ext cx="2626421" cy="2626421"/>
          </a:xfrm>
          <a:custGeom>
            <a:avLst/>
            <a:gdLst/>
            <a:ahLst/>
            <a:cxnLst/>
            <a:rect r="r" b="b" t="t" l="l"/>
            <a:pathLst>
              <a:path h="2626421" w="2626421">
                <a:moveTo>
                  <a:pt x="0" y="0"/>
                </a:moveTo>
                <a:lnTo>
                  <a:pt x="2626421" y="0"/>
                </a:lnTo>
                <a:lnTo>
                  <a:pt x="2626421" y="2626421"/>
                </a:lnTo>
                <a:lnTo>
                  <a:pt x="0" y="26264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255986">
            <a:off x="8615328" y="7189593"/>
            <a:ext cx="2719104" cy="2719104"/>
          </a:xfrm>
          <a:custGeom>
            <a:avLst/>
            <a:gdLst/>
            <a:ahLst/>
            <a:cxnLst/>
            <a:rect r="r" b="b" t="t" l="l"/>
            <a:pathLst>
              <a:path h="2719104" w="2719104">
                <a:moveTo>
                  <a:pt x="0" y="0"/>
                </a:moveTo>
                <a:lnTo>
                  <a:pt x="2719104" y="0"/>
                </a:lnTo>
                <a:lnTo>
                  <a:pt x="2719104" y="2719104"/>
                </a:lnTo>
                <a:lnTo>
                  <a:pt x="0" y="27191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37894">
            <a:off x="6940058" y="8081583"/>
            <a:ext cx="2490551" cy="2490551"/>
          </a:xfrm>
          <a:custGeom>
            <a:avLst/>
            <a:gdLst/>
            <a:ahLst/>
            <a:cxnLst/>
            <a:rect r="r" b="b" t="t" l="l"/>
            <a:pathLst>
              <a:path h="2490551" w="2490551">
                <a:moveTo>
                  <a:pt x="0" y="0"/>
                </a:moveTo>
                <a:lnTo>
                  <a:pt x="2490551" y="0"/>
                </a:lnTo>
                <a:lnTo>
                  <a:pt x="2490551" y="2490552"/>
                </a:lnTo>
                <a:lnTo>
                  <a:pt x="0" y="249055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763265">
            <a:off x="14516449" y="64917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606999">
            <a:off x="12921797" y="7996814"/>
            <a:ext cx="2384208" cy="2522971"/>
          </a:xfrm>
          <a:custGeom>
            <a:avLst/>
            <a:gdLst/>
            <a:ahLst/>
            <a:cxnLst/>
            <a:rect r="r" b="b" t="t" l="l"/>
            <a:pathLst>
              <a:path h="2522971" w="2384208">
                <a:moveTo>
                  <a:pt x="0" y="0"/>
                </a:moveTo>
                <a:lnTo>
                  <a:pt x="2384208" y="0"/>
                </a:lnTo>
                <a:lnTo>
                  <a:pt x="2384208" y="2522972"/>
                </a:lnTo>
                <a:lnTo>
                  <a:pt x="0" y="252297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1320010">
            <a:off x="11542375" y="6923147"/>
            <a:ext cx="2202667" cy="2397460"/>
          </a:xfrm>
          <a:custGeom>
            <a:avLst/>
            <a:gdLst/>
            <a:ahLst/>
            <a:cxnLst/>
            <a:rect r="r" b="b" t="t" l="l"/>
            <a:pathLst>
              <a:path h="2397460" w="2202667">
                <a:moveTo>
                  <a:pt x="0" y="0"/>
                </a:moveTo>
                <a:lnTo>
                  <a:pt x="2202666" y="0"/>
                </a:lnTo>
                <a:lnTo>
                  <a:pt x="2202666" y="2397460"/>
                </a:lnTo>
                <a:lnTo>
                  <a:pt x="0" y="239746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261068" y="5481401"/>
            <a:ext cx="976586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BF345D"/>
                </a:solidFill>
                <a:latin typeface="Fredoka"/>
                <a:ea typeface="Fredoka"/>
                <a:cs typeface="Fredoka"/>
                <a:sym typeface="Fredoka"/>
              </a:rPr>
              <a:t>Los emojis en la comunicación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46965" y="2364526"/>
            <a:ext cx="14194070" cy="352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6"/>
              </a:lnSpc>
              <a:spcBef>
                <a:spcPct val="0"/>
              </a:spcBef>
            </a:pPr>
            <a:r>
              <a:rPr lang="en-US" sz="16597">
                <a:solidFill>
                  <a:srgbClr val="FFCB4C"/>
                </a:solidFill>
                <a:latin typeface="Boulder"/>
                <a:ea typeface="Boulder"/>
                <a:cs typeface="Boulder"/>
                <a:sym typeface="Boulder"/>
              </a:rPr>
              <a:t>TRIVIA QUIZ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B4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198599"/>
            <a:ext cx="909800" cy="9098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765624"/>
            <a:ext cx="909800" cy="9098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6331613"/>
            <a:ext cx="909800" cy="9098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7897602"/>
            <a:ext cx="909800" cy="9098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4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809928">
            <a:off x="2125236" y="1523405"/>
            <a:ext cx="937996" cy="937996"/>
          </a:xfrm>
          <a:custGeom>
            <a:avLst/>
            <a:gdLst/>
            <a:ahLst/>
            <a:cxnLst/>
            <a:rect r="r" b="b" t="t" l="l"/>
            <a:pathLst>
              <a:path h="937996" w="937996">
                <a:moveTo>
                  <a:pt x="0" y="0"/>
                </a:moveTo>
                <a:lnTo>
                  <a:pt x="937996" y="0"/>
                </a:lnTo>
                <a:lnTo>
                  <a:pt x="937996" y="937996"/>
                </a:lnTo>
                <a:lnTo>
                  <a:pt x="0" y="93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1090304">
            <a:off x="15425671" y="1474643"/>
            <a:ext cx="957808" cy="957808"/>
          </a:xfrm>
          <a:custGeom>
            <a:avLst/>
            <a:gdLst/>
            <a:ahLst/>
            <a:cxnLst/>
            <a:rect r="r" b="b" t="t" l="l"/>
            <a:pathLst>
              <a:path h="957808" w="957808">
                <a:moveTo>
                  <a:pt x="0" y="0"/>
                </a:moveTo>
                <a:lnTo>
                  <a:pt x="957808" y="0"/>
                </a:lnTo>
                <a:lnTo>
                  <a:pt x="957808" y="957808"/>
                </a:lnTo>
                <a:lnTo>
                  <a:pt x="0" y="9578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87397">
            <a:off x="1413965" y="9211924"/>
            <a:ext cx="1049071" cy="1049071"/>
          </a:xfrm>
          <a:custGeom>
            <a:avLst/>
            <a:gdLst/>
            <a:ahLst/>
            <a:cxnLst/>
            <a:rect r="r" b="b" t="t" l="l"/>
            <a:pathLst>
              <a:path h="1049071" w="1049071">
                <a:moveTo>
                  <a:pt x="0" y="0"/>
                </a:moveTo>
                <a:lnTo>
                  <a:pt x="1049071" y="0"/>
                </a:lnTo>
                <a:lnTo>
                  <a:pt x="1049071" y="1049071"/>
                </a:lnTo>
                <a:lnTo>
                  <a:pt x="0" y="10490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154778" y="7385444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49"/>
                </a:lnTo>
                <a:lnTo>
                  <a:pt x="0" y="2030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154778" y="5063679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49"/>
                </a:lnTo>
                <a:lnTo>
                  <a:pt x="0" y="2030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942377">
            <a:off x="16886148" y="7082626"/>
            <a:ext cx="1110260" cy="1110260"/>
          </a:xfrm>
          <a:custGeom>
            <a:avLst/>
            <a:gdLst/>
            <a:ahLst/>
            <a:cxnLst/>
            <a:rect r="r" b="b" t="t" l="l"/>
            <a:pathLst>
              <a:path h="1110260" w="1110260">
                <a:moveTo>
                  <a:pt x="0" y="0"/>
                </a:moveTo>
                <a:lnTo>
                  <a:pt x="1110260" y="0"/>
                </a:lnTo>
                <a:lnTo>
                  <a:pt x="1110260" y="1110260"/>
                </a:lnTo>
                <a:lnTo>
                  <a:pt x="0" y="11102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154778" y="2741914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49"/>
                </a:lnTo>
                <a:lnTo>
                  <a:pt x="0" y="2030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413008" y="3289632"/>
            <a:ext cx="5029079" cy="78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8"/>
              </a:lnSpc>
            </a:pPr>
            <a:r>
              <a:rPr lang="en-US" sz="4387" spc="232">
                <a:solidFill>
                  <a:srgbClr val="D65073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ELECCIÓN MÚLTIPLE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12229" y="5573430"/>
            <a:ext cx="4665107" cy="78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8"/>
              </a:lnSpc>
            </a:pPr>
            <a:r>
              <a:rPr lang="en-US" sz="4387" spc="232">
                <a:solidFill>
                  <a:srgbClr val="D65073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VERDADERO O FALSO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91531" y="7874953"/>
            <a:ext cx="4872034" cy="78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8"/>
              </a:lnSpc>
            </a:pPr>
            <a:r>
              <a:rPr lang="en-US" sz="4387" spc="232">
                <a:solidFill>
                  <a:srgbClr val="D65073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ACTIVIDAD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3765" y="1757077"/>
            <a:ext cx="8744629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Instrucciones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11303" y="1673011"/>
            <a:ext cx="5875446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Categorías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150561" y="3024646"/>
            <a:ext cx="78219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Escribe tus respuestas en un bloc de notas en tu computadora o en la hoja de respuestas.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86072" y="4840547"/>
            <a:ext cx="78219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No abrir el cuaderno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50561" y="6074043"/>
            <a:ext cx="78219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Estrictamente prohibido tomar capturas de pantalla.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86072" y="7982932"/>
            <a:ext cx="78219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Las preguntas aparecerán durante un minuto.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EA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902255" y="1832189"/>
            <a:ext cx="10138036" cy="7426111"/>
          </a:xfrm>
          <a:custGeom>
            <a:avLst/>
            <a:gdLst/>
            <a:ahLst/>
            <a:cxnLst/>
            <a:rect r="r" b="b" t="t" l="l"/>
            <a:pathLst>
              <a:path h="7426111" w="10138036">
                <a:moveTo>
                  <a:pt x="0" y="0"/>
                </a:moveTo>
                <a:lnTo>
                  <a:pt x="10138036" y="0"/>
                </a:lnTo>
                <a:lnTo>
                  <a:pt x="10138036" y="7426111"/>
                </a:lnTo>
                <a:lnTo>
                  <a:pt x="0" y="7426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332515">
            <a:off x="2890405" y="2806936"/>
            <a:ext cx="2023701" cy="2023701"/>
          </a:xfrm>
          <a:custGeom>
            <a:avLst/>
            <a:gdLst/>
            <a:ahLst/>
            <a:cxnLst/>
            <a:rect r="r" b="b" t="t" l="l"/>
            <a:pathLst>
              <a:path h="2023701" w="2023701">
                <a:moveTo>
                  <a:pt x="0" y="0"/>
                </a:moveTo>
                <a:lnTo>
                  <a:pt x="2023700" y="0"/>
                </a:lnTo>
                <a:lnTo>
                  <a:pt x="2023700" y="2023701"/>
                </a:lnTo>
                <a:lnTo>
                  <a:pt x="0" y="20237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41190">
            <a:off x="13655806" y="7007253"/>
            <a:ext cx="2226781" cy="2226781"/>
          </a:xfrm>
          <a:custGeom>
            <a:avLst/>
            <a:gdLst/>
            <a:ahLst/>
            <a:cxnLst/>
            <a:rect r="r" b="b" t="t" l="l"/>
            <a:pathLst>
              <a:path h="2226781" w="2226781">
                <a:moveTo>
                  <a:pt x="0" y="0"/>
                </a:moveTo>
                <a:lnTo>
                  <a:pt x="2226781" y="0"/>
                </a:lnTo>
                <a:lnTo>
                  <a:pt x="2226781" y="2226781"/>
                </a:lnTo>
                <a:lnTo>
                  <a:pt x="0" y="22267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163991" y="2108451"/>
            <a:ext cx="2271512" cy="1953501"/>
          </a:xfrm>
          <a:custGeom>
            <a:avLst/>
            <a:gdLst/>
            <a:ahLst/>
            <a:cxnLst/>
            <a:rect r="r" b="b" t="t" l="l"/>
            <a:pathLst>
              <a:path h="1953501" w="2271512">
                <a:moveTo>
                  <a:pt x="0" y="0"/>
                </a:moveTo>
                <a:lnTo>
                  <a:pt x="2271512" y="0"/>
                </a:lnTo>
                <a:lnTo>
                  <a:pt x="2271512" y="1953501"/>
                </a:lnTo>
                <a:lnTo>
                  <a:pt x="0" y="19535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217" y="8120643"/>
            <a:ext cx="1772966" cy="1823101"/>
          </a:xfrm>
          <a:custGeom>
            <a:avLst/>
            <a:gdLst/>
            <a:ahLst/>
            <a:cxnLst/>
            <a:rect r="r" b="b" t="t" l="l"/>
            <a:pathLst>
              <a:path h="1823101" w="1772966">
                <a:moveTo>
                  <a:pt x="0" y="0"/>
                </a:moveTo>
                <a:lnTo>
                  <a:pt x="1772966" y="0"/>
                </a:lnTo>
                <a:lnTo>
                  <a:pt x="1772966" y="1823102"/>
                </a:lnTo>
                <a:lnTo>
                  <a:pt x="0" y="18231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75476" y="2051301"/>
            <a:ext cx="2191593" cy="102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9"/>
              </a:lnSpc>
            </a:pPr>
            <a:r>
              <a:rPr lang="en-US" sz="4599" spc="1218">
                <a:solidFill>
                  <a:srgbClr val="38B6FF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PARTE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65285" y="2149134"/>
            <a:ext cx="889516" cy="343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13"/>
              </a:lnSpc>
              <a:spcBef>
                <a:spcPct val="0"/>
              </a:spcBef>
            </a:pPr>
            <a:r>
              <a:rPr lang="en-US" sz="20009">
                <a:solidFill>
                  <a:srgbClr val="38B6FF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2255" y="6223880"/>
            <a:ext cx="10138036" cy="2802865"/>
            <a:chOff x="0" y="0"/>
            <a:chExt cx="13517381" cy="373715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23825"/>
              <a:ext cx="13517381" cy="146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9"/>
                </a:lnSpc>
                <a:spcBef>
                  <a:spcPct val="0"/>
                </a:spcBef>
              </a:pPr>
              <a:r>
                <a:rPr lang="en-US" sz="6599">
                  <a:solidFill>
                    <a:srgbClr val="DD637F"/>
                  </a:solidFill>
                  <a:latin typeface="Fredoka"/>
                  <a:ea typeface="Fredoka"/>
                  <a:cs typeface="Fredoka"/>
                  <a:sym typeface="Fredoka"/>
                </a:rPr>
                <a:t>Elección múltiple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705700"/>
              <a:ext cx="13517381" cy="1031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>
                  <a:solidFill>
                    <a:srgbClr val="38B6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Elige la mejor opción de acorde a la pregunta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EA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04744" y="2222869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990154" y="7782263"/>
            <a:ext cx="2150870" cy="2211691"/>
          </a:xfrm>
          <a:custGeom>
            <a:avLst/>
            <a:gdLst/>
            <a:ahLst/>
            <a:cxnLst/>
            <a:rect r="r" b="b" t="t" l="l"/>
            <a:pathLst>
              <a:path h="2211691" w="2150870">
                <a:moveTo>
                  <a:pt x="0" y="0"/>
                </a:moveTo>
                <a:lnTo>
                  <a:pt x="2150870" y="0"/>
                </a:lnTo>
                <a:lnTo>
                  <a:pt x="2150870" y="2211692"/>
                </a:lnTo>
                <a:lnTo>
                  <a:pt x="0" y="2211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4435" y="1887979"/>
            <a:ext cx="2545994" cy="1600794"/>
          </a:xfrm>
          <a:custGeom>
            <a:avLst/>
            <a:gdLst/>
            <a:ahLst/>
            <a:cxnLst/>
            <a:rect r="r" b="b" t="t" l="l"/>
            <a:pathLst>
              <a:path h="1600794" w="2545994">
                <a:moveTo>
                  <a:pt x="0" y="0"/>
                </a:moveTo>
                <a:lnTo>
                  <a:pt x="2545994" y="0"/>
                </a:lnTo>
                <a:lnTo>
                  <a:pt x="2545994" y="1600794"/>
                </a:lnTo>
                <a:lnTo>
                  <a:pt x="0" y="16007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03654" y="6766988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50"/>
                </a:lnTo>
                <a:lnTo>
                  <a:pt x="0" y="2030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703654" y="4411650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50"/>
                </a:lnTo>
                <a:lnTo>
                  <a:pt x="0" y="2030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703654" y="2089885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50"/>
                </a:lnTo>
                <a:lnTo>
                  <a:pt x="0" y="2030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86769" y="2594239"/>
            <a:ext cx="5626235" cy="10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3"/>
              </a:lnSpc>
              <a:spcBef>
                <a:spcPct val="0"/>
              </a:spcBef>
            </a:pPr>
            <a:r>
              <a:rPr lang="en-US" sz="3899" strike="noStrike" u="none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Una emoción que se vive solo una vez.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82282" y="5057355"/>
            <a:ext cx="562623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 dibujo hecho por un artista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88804" y="7009405"/>
            <a:ext cx="4964813" cy="159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3"/>
              </a:lnSpc>
            </a:pPr>
            <a:r>
              <a:rPr lang="en-US" sz="3899" strike="noStrike" u="none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 pictograma que representa un objeto real o un concepto.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33904" y="6529920"/>
            <a:ext cx="909800" cy="9098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33904" y="4122712"/>
            <a:ext cx="909800" cy="90980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33904" y="1646511"/>
            <a:ext cx="909800" cy="90980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00781" y="4577612"/>
            <a:ext cx="7475455" cy="2783019"/>
            <a:chOff x="0" y="0"/>
            <a:chExt cx="9967274" cy="3710692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-95250"/>
              <a:ext cx="9924293" cy="2240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  <a:r>
                <a:rPr lang="en-US" sz="4899">
                  <a:solidFill>
                    <a:srgbClr val="DD637F"/>
                  </a:solidFill>
                  <a:latin typeface="Fredoka"/>
                  <a:ea typeface="Fredoka"/>
                  <a:cs typeface="Fredoka"/>
                  <a:sym typeface="Fredoka"/>
                </a:rPr>
                <a:t>¿</a:t>
              </a:r>
              <a:r>
                <a:rPr lang="en-US" sz="4899">
                  <a:solidFill>
                    <a:srgbClr val="DD637F"/>
                  </a:solidFill>
                  <a:latin typeface="Fredoka"/>
                  <a:ea typeface="Fredoka"/>
                  <a:cs typeface="Fredoka"/>
                  <a:sym typeface="Fredoka"/>
                </a:rPr>
                <a:t>Qué es un emoji?</a:t>
              </a:r>
            </a:p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3110405"/>
              <a:ext cx="9967274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8B6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00781" y="8396758"/>
            <a:ext cx="3042404" cy="982702"/>
            <a:chOff x="0" y="0"/>
            <a:chExt cx="4056539" cy="131026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56539" cy="1310269"/>
            </a:xfrm>
            <a:custGeom>
              <a:avLst/>
              <a:gdLst/>
              <a:ahLst/>
              <a:cxnLst/>
              <a:rect r="r" b="b" t="t" l="l"/>
              <a:pathLst>
                <a:path h="1310269" w="4056539">
                  <a:moveTo>
                    <a:pt x="0" y="0"/>
                  </a:moveTo>
                  <a:lnTo>
                    <a:pt x="4056539" y="0"/>
                  </a:lnTo>
                  <a:lnTo>
                    <a:pt x="4056539" y="1310269"/>
                  </a:lnTo>
                  <a:lnTo>
                    <a:pt x="0" y="1310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192884" y="381936"/>
              <a:ext cx="3231659" cy="672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94"/>
                </a:lnSpc>
                <a:spcBef>
                  <a:spcPct val="0"/>
                </a:spcBef>
              </a:pPr>
              <a:r>
                <a:rPr lang="en-US" sz="358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Atrás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76469" y="8396758"/>
            <a:ext cx="3042404" cy="982702"/>
            <a:chOff x="0" y="0"/>
            <a:chExt cx="4056539" cy="13102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56539" cy="1310269"/>
            </a:xfrm>
            <a:custGeom>
              <a:avLst/>
              <a:gdLst/>
              <a:ahLst/>
              <a:cxnLst/>
              <a:rect r="r" b="b" t="t" l="l"/>
              <a:pathLst>
                <a:path h="1310269" w="4056539">
                  <a:moveTo>
                    <a:pt x="0" y="0"/>
                  </a:moveTo>
                  <a:lnTo>
                    <a:pt x="4056539" y="0"/>
                  </a:lnTo>
                  <a:lnTo>
                    <a:pt x="4056539" y="1310269"/>
                  </a:lnTo>
                  <a:lnTo>
                    <a:pt x="0" y="1310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192884" y="381936"/>
              <a:ext cx="3231659" cy="672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94"/>
                </a:lnSpc>
                <a:spcBef>
                  <a:spcPct val="0"/>
                </a:spcBef>
              </a:pPr>
              <a:r>
                <a:rPr lang="en-US" sz="358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Siguiente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EA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2688376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40037" y="4532621"/>
            <a:ext cx="7475455" cy="3293518"/>
            <a:chOff x="0" y="0"/>
            <a:chExt cx="9967274" cy="439135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95250"/>
              <a:ext cx="9967274" cy="2240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  <a:r>
                <a:rPr lang="en-US" sz="4899">
                  <a:solidFill>
                    <a:srgbClr val="DD637F"/>
                  </a:solidFill>
                  <a:latin typeface="Fredoka"/>
                  <a:ea typeface="Fredoka"/>
                  <a:cs typeface="Fredoka"/>
                  <a:sym typeface="Fredoka"/>
                </a:rPr>
                <a:t>¿Dónde se suelen utilizar los emojis?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791071"/>
              <a:ext cx="9924293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8B6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2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52110" y="7928557"/>
            <a:ext cx="2096066" cy="2358443"/>
          </a:xfrm>
          <a:custGeom>
            <a:avLst/>
            <a:gdLst/>
            <a:ahLst/>
            <a:cxnLst/>
            <a:rect r="r" b="b" t="t" l="l"/>
            <a:pathLst>
              <a:path h="2358443" w="2096066">
                <a:moveTo>
                  <a:pt x="0" y="0"/>
                </a:moveTo>
                <a:lnTo>
                  <a:pt x="2096066" y="0"/>
                </a:lnTo>
                <a:lnTo>
                  <a:pt x="2096066" y="2358443"/>
                </a:lnTo>
                <a:lnTo>
                  <a:pt x="0" y="23584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780474" y="1985232"/>
            <a:ext cx="1743091" cy="1555709"/>
          </a:xfrm>
          <a:custGeom>
            <a:avLst/>
            <a:gdLst/>
            <a:ahLst/>
            <a:cxnLst/>
            <a:rect r="r" b="b" t="t" l="l"/>
            <a:pathLst>
              <a:path h="1555709" w="1743091">
                <a:moveTo>
                  <a:pt x="0" y="0"/>
                </a:moveTo>
                <a:lnTo>
                  <a:pt x="1743091" y="0"/>
                </a:lnTo>
                <a:lnTo>
                  <a:pt x="1743091" y="1555709"/>
                </a:lnTo>
                <a:lnTo>
                  <a:pt x="0" y="15557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48176" y="6985290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49"/>
                </a:lnTo>
                <a:lnTo>
                  <a:pt x="0" y="2030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148176" y="4629952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49"/>
                </a:lnTo>
                <a:lnTo>
                  <a:pt x="0" y="2030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148176" y="2308186"/>
            <a:ext cx="6286500" cy="2030550"/>
          </a:xfrm>
          <a:custGeom>
            <a:avLst/>
            <a:gdLst/>
            <a:ahLst/>
            <a:cxnLst/>
            <a:rect r="r" b="b" t="t" l="l"/>
            <a:pathLst>
              <a:path h="2030550" w="6286500">
                <a:moveTo>
                  <a:pt x="0" y="0"/>
                </a:moveTo>
                <a:lnTo>
                  <a:pt x="6286500" y="0"/>
                </a:lnTo>
                <a:lnTo>
                  <a:pt x="6286500" y="2030550"/>
                </a:lnTo>
                <a:lnTo>
                  <a:pt x="0" y="20305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87854" y="2812540"/>
            <a:ext cx="4991357" cy="10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3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En todos los libros de lectura que existen.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50587" y="4872368"/>
            <a:ext cx="4928624" cy="159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3"/>
              </a:lnSpc>
              <a:spcBef>
                <a:spcPct val="0"/>
              </a:spcBef>
            </a:pPr>
            <a:r>
              <a:rPr lang="en-US" sz="3899" strike="noStrike" u="none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En dispositivos electrónicos como celulares y computadoras.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50587" y="7489644"/>
            <a:ext cx="4928624" cy="10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3"/>
              </a:lnSpc>
            </a:pPr>
            <a:r>
              <a:rPr lang="en-US" sz="38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En los programas que aparecen en la televisión.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952721" y="6736696"/>
            <a:ext cx="909800" cy="90980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52721" y="4329488"/>
            <a:ext cx="909800" cy="90980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52721" y="1853286"/>
            <a:ext cx="909800" cy="90980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8751" y="3321387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6904" y="-2200823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EA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215244" y="1646511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311281" y="3395069"/>
            <a:ext cx="7475455" cy="3389204"/>
            <a:chOff x="0" y="0"/>
            <a:chExt cx="9967274" cy="4518939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9967274" cy="2915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DD637F"/>
                  </a:solidFill>
                  <a:latin typeface="Fredoka"/>
                  <a:ea typeface="Fredoka"/>
                  <a:cs typeface="Fredoka"/>
                  <a:sym typeface="Fredoka"/>
                </a:rPr>
                <a:t>¿Por qué son tan comunes los emojis en la comunicación?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918652"/>
              <a:ext cx="9924293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8B6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3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156869" y="4232846"/>
            <a:ext cx="2711923" cy="2630565"/>
          </a:xfrm>
          <a:custGeom>
            <a:avLst/>
            <a:gdLst/>
            <a:ahLst/>
            <a:cxnLst/>
            <a:rect r="r" b="b" t="t" l="l"/>
            <a:pathLst>
              <a:path h="2630565" w="2711923">
                <a:moveTo>
                  <a:pt x="0" y="0"/>
                </a:moveTo>
                <a:lnTo>
                  <a:pt x="2711923" y="0"/>
                </a:lnTo>
                <a:lnTo>
                  <a:pt x="2711923" y="2630565"/>
                </a:lnTo>
                <a:lnTo>
                  <a:pt x="0" y="26305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849413">
            <a:off x="4004125" y="1477257"/>
            <a:ext cx="2422239" cy="2422239"/>
          </a:xfrm>
          <a:custGeom>
            <a:avLst/>
            <a:gdLst/>
            <a:ahLst/>
            <a:cxnLst/>
            <a:rect r="r" b="b" t="t" l="l"/>
            <a:pathLst>
              <a:path h="2422239" w="2422239">
                <a:moveTo>
                  <a:pt x="0" y="0"/>
                </a:moveTo>
                <a:lnTo>
                  <a:pt x="2422239" y="0"/>
                </a:lnTo>
                <a:lnTo>
                  <a:pt x="2422239" y="2422239"/>
                </a:lnTo>
                <a:lnTo>
                  <a:pt x="0" y="24222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8740" y="7204426"/>
            <a:ext cx="5512539" cy="1780559"/>
          </a:xfrm>
          <a:custGeom>
            <a:avLst/>
            <a:gdLst/>
            <a:ahLst/>
            <a:cxnLst/>
            <a:rect r="r" b="b" t="t" l="l"/>
            <a:pathLst>
              <a:path h="1780559" w="5512539">
                <a:moveTo>
                  <a:pt x="0" y="0"/>
                </a:moveTo>
                <a:lnTo>
                  <a:pt x="5512539" y="0"/>
                </a:lnTo>
                <a:lnTo>
                  <a:pt x="5512539" y="1780559"/>
                </a:lnTo>
                <a:lnTo>
                  <a:pt x="0" y="1780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29883" y="7204426"/>
            <a:ext cx="5512539" cy="1780559"/>
          </a:xfrm>
          <a:custGeom>
            <a:avLst/>
            <a:gdLst/>
            <a:ahLst/>
            <a:cxnLst/>
            <a:rect r="r" b="b" t="t" l="l"/>
            <a:pathLst>
              <a:path h="1780559" w="5512539">
                <a:moveTo>
                  <a:pt x="0" y="0"/>
                </a:moveTo>
                <a:lnTo>
                  <a:pt x="5512539" y="0"/>
                </a:lnTo>
                <a:lnTo>
                  <a:pt x="5512539" y="1780559"/>
                </a:lnTo>
                <a:lnTo>
                  <a:pt x="0" y="1780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011026" y="7204426"/>
            <a:ext cx="5512539" cy="1780559"/>
          </a:xfrm>
          <a:custGeom>
            <a:avLst/>
            <a:gdLst/>
            <a:ahLst/>
            <a:cxnLst/>
            <a:rect r="r" b="b" t="t" l="l"/>
            <a:pathLst>
              <a:path h="1780559" w="5512539">
                <a:moveTo>
                  <a:pt x="0" y="0"/>
                </a:moveTo>
                <a:lnTo>
                  <a:pt x="5512539" y="0"/>
                </a:lnTo>
                <a:lnTo>
                  <a:pt x="5512539" y="1780559"/>
                </a:lnTo>
                <a:lnTo>
                  <a:pt x="0" y="1780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21683" y="7396408"/>
            <a:ext cx="4370706" cy="142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62"/>
              </a:lnSpc>
              <a:spcBef>
                <a:spcPct val="0"/>
              </a:spcBef>
            </a:pPr>
            <a:r>
              <a:rPr lang="en-US" sz="345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Porque hacen que los mensajes sean más divertidos y expresivos.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6876306"/>
            <a:ext cx="805999" cy="80599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5004" lIns="45004" bIns="45004" rIns="45004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970790" y="7628461"/>
            <a:ext cx="4346421" cy="96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62"/>
              </a:lnSpc>
              <a:spcBef>
                <a:spcPct val="0"/>
              </a:spcBef>
            </a:pPr>
            <a:r>
              <a:rPr lang="en-US" sz="345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Porque son necesarios para escribir correctamente.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444839" y="6884795"/>
            <a:ext cx="805999" cy="80599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5004" lIns="45004" bIns="45004" rIns="45004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267952" y="7628461"/>
            <a:ext cx="4346421" cy="96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62"/>
              </a:lnSpc>
            </a:pPr>
            <a:r>
              <a:rPr lang="en-US" sz="345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Porque son de colores brillantes.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864953" y="6863411"/>
            <a:ext cx="805999" cy="80599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5004" lIns="45004" bIns="45004" rIns="45004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5479" y="-1481181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2677490" y="4703360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C99E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902255" y="1832189"/>
            <a:ext cx="10138036" cy="7426111"/>
          </a:xfrm>
          <a:custGeom>
            <a:avLst/>
            <a:gdLst/>
            <a:ahLst/>
            <a:cxnLst/>
            <a:rect r="r" b="b" t="t" l="l"/>
            <a:pathLst>
              <a:path h="7426111" w="10138036">
                <a:moveTo>
                  <a:pt x="0" y="0"/>
                </a:moveTo>
                <a:lnTo>
                  <a:pt x="10138036" y="0"/>
                </a:lnTo>
                <a:lnTo>
                  <a:pt x="10138036" y="7426111"/>
                </a:lnTo>
                <a:lnTo>
                  <a:pt x="0" y="7426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174888">
            <a:off x="2355439" y="2638092"/>
            <a:ext cx="2553143" cy="2553143"/>
          </a:xfrm>
          <a:custGeom>
            <a:avLst/>
            <a:gdLst/>
            <a:ahLst/>
            <a:cxnLst/>
            <a:rect r="r" b="b" t="t" l="l"/>
            <a:pathLst>
              <a:path h="2553143" w="2553143">
                <a:moveTo>
                  <a:pt x="0" y="0"/>
                </a:moveTo>
                <a:lnTo>
                  <a:pt x="2553143" y="0"/>
                </a:lnTo>
                <a:lnTo>
                  <a:pt x="2553143" y="2553143"/>
                </a:lnTo>
                <a:lnTo>
                  <a:pt x="0" y="25531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902117">
            <a:off x="13600164" y="6806738"/>
            <a:ext cx="2203473" cy="2203473"/>
          </a:xfrm>
          <a:custGeom>
            <a:avLst/>
            <a:gdLst/>
            <a:ahLst/>
            <a:cxnLst/>
            <a:rect r="r" b="b" t="t" l="l"/>
            <a:pathLst>
              <a:path h="2203473" w="2203473">
                <a:moveTo>
                  <a:pt x="0" y="0"/>
                </a:moveTo>
                <a:lnTo>
                  <a:pt x="2203473" y="0"/>
                </a:lnTo>
                <a:lnTo>
                  <a:pt x="2203473" y="2203473"/>
                </a:lnTo>
                <a:lnTo>
                  <a:pt x="0" y="22034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011266">
            <a:off x="16308231" y="2069859"/>
            <a:ext cx="1944243" cy="2057400"/>
          </a:xfrm>
          <a:custGeom>
            <a:avLst/>
            <a:gdLst/>
            <a:ahLst/>
            <a:cxnLst/>
            <a:rect r="r" b="b" t="t" l="l"/>
            <a:pathLst>
              <a:path h="2057400" w="1944243">
                <a:moveTo>
                  <a:pt x="0" y="0"/>
                </a:moveTo>
                <a:lnTo>
                  <a:pt x="1944243" y="0"/>
                </a:lnTo>
                <a:lnTo>
                  <a:pt x="19442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41081" y="8016898"/>
            <a:ext cx="1911137" cy="2019695"/>
          </a:xfrm>
          <a:custGeom>
            <a:avLst/>
            <a:gdLst/>
            <a:ahLst/>
            <a:cxnLst/>
            <a:rect r="r" b="b" t="t" l="l"/>
            <a:pathLst>
              <a:path h="2019695" w="1911137">
                <a:moveTo>
                  <a:pt x="0" y="0"/>
                </a:moveTo>
                <a:lnTo>
                  <a:pt x="1911136" y="0"/>
                </a:lnTo>
                <a:lnTo>
                  <a:pt x="1911136" y="2019695"/>
                </a:lnTo>
                <a:lnTo>
                  <a:pt x="0" y="20196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75476" y="2051301"/>
            <a:ext cx="2191593" cy="102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9"/>
              </a:lnSpc>
            </a:pPr>
            <a:r>
              <a:rPr lang="en-US" sz="4599" spc="1218">
                <a:solidFill>
                  <a:srgbClr val="3E721D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PARTE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17580" y="2110133"/>
            <a:ext cx="1707386" cy="343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13"/>
              </a:lnSpc>
              <a:spcBef>
                <a:spcPct val="0"/>
              </a:spcBef>
            </a:pPr>
            <a:r>
              <a:rPr lang="en-US" sz="20009">
                <a:solidFill>
                  <a:srgbClr val="3E721D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2255" y="6223880"/>
            <a:ext cx="10138036" cy="2802865"/>
            <a:chOff x="0" y="0"/>
            <a:chExt cx="13517381" cy="373715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23825"/>
              <a:ext cx="13517381" cy="146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9"/>
                </a:lnSpc>
                <a:spcBef>
                  <a:spcPct val="0"/>
                </a:spcBef>
              </a:pPr>
              <a:r>
                <a:rPr lang="en-US" sz="6599">
                  <a:solidFill>
                    <a:srgbClr val="FCAB40"/>
                  </a:solidFill>
                  <a:latin typeface="Fredoka"/>
                  <a:ea typeface="Fredoka"/>
                  <a:cs typeface="Fredoka"/>
                  <a:sym typeface="Fredoka"/>
                </a:rPr>
                <a:t>Verdadero o falso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705700"/>
              <a:ext cx="13517381" cy="1031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>
                  <a:solidFill>
                    <a:srgbClr val="3E721D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Escoge verdadero o falso según corresponda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5479" y="-1481181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2677490" y="4703360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C99E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10236" y="1646511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-1547624">
            <a:off x="4731656" y="4851575"/>
            <a:ext cx="1349233" cy="2207335"/>
          </a:xfrm>
          <a:custGeom>
            <a:avLst/>
            <a:gdLst/>
            <a:ahLst/>
            <a:cxnLst/>
            <a:rect r="r" b="b" t="t" l="l"/>
            <a:pathLst>
              <a:path h="2207335" w="1349233">
                <a:moveTo>
                  <a:pt x="0" y="0"/>
                </a:moveTo>
                <a:lnTo>
                  <a:pt x="1349233" y="0"/>
                </a:lnTo>
                <a:lnTo>
                  <a:pt x="1349233" y="2207335"/>
                </a:lnTo>
                <a:lnTo>
                  <a:pt x="0" y="22073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614679" y="2740198"/>
            <a:ext cx="1262483" cy="1623773"/>
          </a:xfrm>
          <a:custGeom>
            <a:avLst/>
            <a:gdLst/>
            <a:ahLst/>
            <a:cxnLst/>
            <a:rect r="r" b="b" t="t" l="l"/>
            <a:pathLst>
              <a:path h="1623773" w="1262483">
                <a:moveTo>
                  <a:pt x="0" y="0"/>
                </a:moveTo>
                <a:lnTo>
                  <a:pt x="1262483" y="0"/>
                </a:lnTo>
                <a:lnTo>
                  <a:pt x="1262483" y="1623773"/>
                </a:lnTo>
                <a:lnTo>
                  <a:pt x="0" y="16237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400168">
            <a:off x="15994439" y="6210385"/>
            <a:ext cx="1623452" cy="1623452"/>
          </a:xfrm>
          <a:custGeom>
            <a:avLst/>
            <a:gdLst/>
            <a:ahLst/>
            <a:cxnLst/>
            <a:rect r="r" b="b" t="t" l="l"/>
            <a:pathLst>
              <a:path h="1623452" w="1623452">
                <a:moveTo>
                  <a:pt x="0" y="0"/>
                </a:moveTo>
                <a:lnTo>
                  <a:pt x="1623452" y="0"/>
                </a:lnTo>
                <a:lnTo>
                  <a:pt x="1623452" y="1623452"/>
                </a:lnTo>
                <a:lnTo>
                  <a:pt x="0" y="16234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1079744">
            <a:off x="15098898" y="2640576"/>
            <a:ext cx="1933980" cy="1772009"/>
          </a:xfrm>
          <a:custGeom>
            <a:avLst/>
            <a:gdLst/>
            <a:ahLst/>
            <a:cxnLst/>
            <a:rect r="r" b="b" t="t" l="l"/>
            <a:pathLst>
              <a:path h="1772009" w="1933980">
                <a:moveTo>
                  <a:pt x="0" y="0"/>
                </a:moveTo>
                <a:lnTo>
                  <a:pt x="1933980" y="0"/>
                </a:lnTo>
                <a:lnTo>
                  <a:pt x="1933980" y="1772009"/>
                </a:lnTo>
                <a:lnTo>
                  <a:pt x="0" y="17720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77921" y="7666285"/>
            <a:ext cx="5986871" cy="1725365"/>
            <a:chOff x="0" y="0"/>
            <a:chExt cx="7982494" cy="2300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27445" y="543710"/>
              <a:ext cx="1213067" cy="121306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640512" y="660786"/>
              <a:ext cx="6317477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658387" y="759511"/>
              <a:ext cx="751184" cy="781466"/>
            </a:xfrm>
            <a:custGeom>
              <a:avLst/>
              <a:gdLst/>
              <a:ahLst/>
              <a:cxnLst/>
              <a:rect r="r" b="b" t="t" l="l"/>
              <a:pathLst>
                <a:path h="781466" w="751184">
                  <a:moveTo>
                    <a:pt x="0" y="0"/>
                  </a:moveTo>
                  <a:lnTo>
                    <a:pt x="751184" y="0"/>
                  </a:lnTo>
                  <a:lnTo>
                    <a:pt x="751184" y="781466"/>
                  </a:lnTo>
                  <a:lnTo>
                    <a:pt x="0" y="78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23208" y="7629695"/>
            <a:ext cx="5986871" cy="1725365"/>
            <a:chOff x="0" y="0"/>
            <a:chExt cx="7982494" cy="23004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759273" y="660786"/>
              <a:ext cx="6223221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551051" y="543710"/>
              <a:ext cx="1213067" cy="1213067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784495" y="779868"/>
              <a:ext cx="746177" cy="740751"/>
            </a:xfrm>
            <a:custGeom>
              <a:avLst/>
              <a:gdLst/>
              <a:ahLst/>
              <a:cxnLst/>
              <a:rect r="r" b="b" t="t" l="l"/>
              <a:pathLst>
                <a:path h="740751" w="746177">
                  <a:moveTo>
                    <a:pt x="0" y="0"/>
                  </a:moveTo>
                  <a:lnTo>
                    <a:pt x="746178" y="0"/>
                  </a:lnTo>
                  <a:lnTo>
                    <a:pt x="746178" y="740751"/>
                  </a:lnTo>
                  <a:lnTo>
                    <a:pt x="0" y="740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406272" y="3743221"/>
            <a:ext cx="7475455" cy="3164670"/>
            <a:chOff x="0" y="0"/>
            <a:chExt cx="9967274" cy="421956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76200"/>
              <a:ext cx="9967274" cy="177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FAC33"/>
                  </a:solidFill>
                  <a:latin typeface="Fredoka"/>
                  <a:ea typeface="Fredoka"/>
                  <a:cs typeface="Fredoka"/>
                  <a:sym typeface="Fredoka"/>
                </a:rPr>
                <a:t>Los emojis solo se utilizan en dispositivos electrónicos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28589" y="3619273"/>
              <a:ext cx="9710097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E721D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5479" y="-1481181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2677490" y="4703360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C99E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10236" y="1646511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779634">
            <a:off x="11642793" y="4761191"/>
            <a:ext cx="2112734" cy="1642651"/>
          </a:xfrm>
          <a:custGeom>
            <a:avLst/>
            <a:gdLst/>
            <a:ahLst/>
            <a:cxnLst/>
            <a:rect r="r" b="b" t="t" l="l"/>
            <a:pathLst>
              <a:path h="1642651" w="2112734">
                <a:moveTo>
                  <a:pt x="0" y="0"/>
                </a:moveTo>
                <a:lnTo>
                  <a:pt x="2112734" y="0"/>
                </a:lnTo>
                <a:lnTo>
                  <a:pt x="2112734" y="1642651"/>
                </a:lnTo>
                <a:lnTo>
                  <a:pt x="0" y="16426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18405">
            <a:off x="373342" y="6501990"/>
            <a:ext cx="1450105" cy="1325034"/>
          </a:xfrm>
          <a:custGeom>
            <a:avLst/>
            <a:gdLst/>
            <a:ahLst/>
            <a:cxnLst/>
            <a:rect r="r" b="b" t="t" l="l"/>
            <a:pathLst>
              <a:path h="1325034" w="1450105">
                <a:moveTo>
                  <a:pt x="0" y="0"/>
                </a:moveTo>
                <a:lnTo>
                  <a:pt x="1450106" y="0"/>
                </a:lnTo>
                <a:lnTo>
                  <a:pt x="1450106" y="1325034"/>
                </a:lnTo>
                <a:lnTo>
                  <a:pt x="0" y="13250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917620">
            <a:off x="2375331" y="3049239"/>
            <a:ext cx="1530475" cy="1530475"/>
          </a:xfrm>
          <a:custGeom>
            <a:avLst/>
            <a:gdLst/>
            <a:ahLst/>
            <a:cxnLst/>
            <a:rect r="r" b="b" t="t" l="l"/>
            <a:pathLst>
              <a:path h="1530475" w="1530475">
                <a:moveTo>
                  <a:pt x="0" y="0"/>
                </a:moveTo>
                <a:lnTo>
                  <a:pt x="1530475" y="0"/>
                </a:lnTo>
                <a:lnTo>
                  <a:pt x="1530475" y="1530475"/>
                </a:lnTo>
                <a:lnTo>
                  <a:pt x="0" y="15304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1434222">
            <a:off x="15007593" y="2458008"/>
            <a:ext cx="1557629" cy="1471959"/>
          </a:xfrm>
          <a:custGeom>
            <a:avLst/>
            <a:gdLst/>
            <a:ahLst/>
            <a:cxnLst/>
            <a:rect r="r" b="b" t="t" l="l"/>
            <a:pathLst>
              <a:path h="1471959" w="1557629">
                <a:moveTo>
                  <a:pt x="0" y="0"/>
                </a:moveTo>
                <a:lnTo>
                  <a:pt x="1557629" y="0"/>
                </a:lnTo>
                <a:lnTo>
                  <a:pt x="1557629" y="1471959"/>
                </a:lnTo>
                <a:lnTo>
                  <a:pt x="0" y="147195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77921" y="7666285"/>
            <a:ext cx="5986871" cy="1725365"/>
            <a:chOff x="0" y="0"/>
            <a:chExt cx="7982494" cy="2300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27445" y="543710"/>
              <a:ext cx="1213067" cy="121306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640512" y="660786"/>
              <a:ext cx="6317477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658387" y="759511"/>
              <a:ext cx="751184" cy="781466"/>
            </a:xfrm>
            <a:custGeom>
              <a:avLst/>
              <a:gdLst/>
              <a:ahLst/>
              <a:cxnLst/>
              <a:rect r="r" b="b" t="t" l="l"/>
              <a:pathLst>
                <a:path h="781466" w="751184">
                  <a:moveTo>
                    <a:pt x="0" y="0"/>
                  </a:moveTo>
                  <a:lnTo>
                    <a:pt x="751184" y="0"/>
                  </a:lnTo>
                  <a:lnTo>
                    <a:pt x="751184" y="781466"/>
                  </a:lnTo>
                  <a:lnTo>
                    <a:pt x="0" y="78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23208" y="7629695"/>
            <a:ext cx="5986871" cy="1725365"/>
            <a:chOff x="0" y="0"/>
            <a:chExt cx="7982494" cy="23004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759273" y="660786"/>
              <a:ext cx="6223221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551051" y="543710"/>
              <a:ext cx="1213067" cy="1213067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784495" y="779868"/>
              <a:ext cx="746177" cy="740751"/>
            </a:xfrm>
            <a:custGeom>
              <a:avLst/>
              <a:gdLst/>
              <a:ahLst/>
              <a:cxnLst/>
              <a:rect r="r" b="b" t="t" l="l"/>
              <a:pathLst>
                <a:path h="740751" w="746177">
                  <a:moveTo>
                    <a:pt x="0" y="0"/>
                  </a:moveTo>
                  <a:lnTo>
                    <a:pt x="746178" y="0"/>
                  </a:lnTo>
                  <a:lnTo>
                    <a:pt x="746178" y="740751"/>
                  </a:lnTo>
                  <a:lnTo>
                    <a:pt x="0" y="740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406272" y="3814476"/>
            <a:ext cx="7475455" cy="3093415"/>
            <a:chOff x="0" y="0"/>
            <a:chExt cx="9967274" cy="4124553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76200"/>
              <a:ext cx="9967274" cy="177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FAC33"/>
                  </a:solidFill>
                  <a:latin typeface="Fredoka"/>
                  <a:ea typeface="Fredoka"/>
                  <a:cs typeface="Fredoka"/>
                  <a:sym typeface="Fredoka"/>
                </a:rPr>
                <a:t>Los emojis forman parte del lenguaje formal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28589" y="3524267"/>
              <a:ext cx="9710097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E721D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5479" y="-1481181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2677490" y="4703360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C99E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10236" y="1646511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-1126906">
            <a:off x="4556355" y="4526335"/>
            <a:ext cx="1699835" cy="1825326"/>
          </a:xfrm>
          <a:custGeom>
            <a:avLst/>
            <a:gdLst/>
            <a:ahLst/>
            <a:cxnLst/>
            <a:rect r="r" b="b" t="t" l="l"/>
            <a:pathLst>
              <a:path h="1825326" w="1699835">
                <a:moveTo>
                  <a:pt x="0" y="0"/>
                </a:moveTo>
                <a:lnTo>
                  <a:pt x="1699835" y="0"/>
                </a:lnTo>
                <a:lnTo>
                  <a:pt x="1699835" y="1825326"/>
                </a:lnTo>
                <a:lnTo>
                  <a:pt x="0" y="1825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25670">
            <a:off x="12045210" y="4728696"/>
            <a:ext cx="1673035" cy="1673035"/>
          </a:xfrm>
          <a:custGeom>
            <a:avLst/>
            <a:gdLst/>
            <a:ahLst/>
            <a:cxnLst/>
            <a:rect r="r" b="b" t="t" l="l"/>
            <a:pathLst>
              <a:path h="1673035" w="1673035">
                <a:moveTo>
                  <a:pt x="0" y="0"/>
                </a:moveTo>
                <a:lnTo>
                  <a:pt x="1673035" y="0"/>
                </a:lnTo>
                <a:lnTo>
                  <a:pt x="1673035" y="1673035"/>
                </a:lnTo>
                <a:lnTo>
                  <a:pt x="0" y="16730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28856" y="3163148"/>
            <a:ext cx="2235269" cy="1925126"/>
          </a:xfrm>
          <a:custGeom>
            <a:avLst/>
            <a:gdLst/>
            <a:ahLst/>
            <a:cxnLst/>
            <a:rect r="r" b="b" t="t" l="l"/>
            <a:pathLst>
              <a:path h="1925126" w="2235269">
                <a:moveTo>
                  <a:pt x="0" y="0"/>
                </a:moveTo>
                <a:lnTo>
                  <a:pt x="2235269" y="0"/>
                </a:lnTo>
                <a:lnTo>
                  <a:pt x="2235269" y="1925125"/>
                </a:lnTo>
                <a:lnTo>
                  <a:pt x="0" y="19251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908759" y="2092354"/>
            <a:ext cx="2221785" cy="2221785"/>
          </a:xfrm>
          <a:custGeom>
            <a:avLst/>
            <a:gdLst/>
            <a:ahLst/>
            <a:cxnLst/>
            <a:rect r="r" b="b" t="t" l="l"/>
            <a:pathLst>
              <a:path h="2221785" w="2221785">
                <a:moveTo>
                  <a:pt x="0" y="0"/>
                </a:moveTo>
                <a:lnTo>
                  <a:pt x="2221785" y="0"/>
                </a:lnTo>
                <a:lnTo>
                  <a:pt x="2221785" y="2221785"/>
                </a:lnTo>
                <a:lnTo>
                  <a:pt x="0" y="222178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77921" y="7666285"/>
            <a:ext cx="5986871" cy="1725365"/>
            <a:chOff x="0" y="0"/>
            <a:chExt cx="7982494" cy="2300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27445" y="543710"/>
              <a:ext cx="1213067" cy="121306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640512" y="660786"/>
              <a:ext cx="6317477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658387" y="759511"/>
              <a:ext cx="751184" cy="781466"/>
            </a:xfrm>
            <a:custGeom>
              <a:avLst/>
              <a:gdLst/>
              <a:ahLst/>
              <a:cxnLst/>
              <a:rect r="r" b="b" t="t" l="l"/>
              <a:pathLst>
                <a:path h="781466" w="751184">
                  <a:moveTo>
                    <a:pt x="0" y="0"/>
                  </a:moveTo>
                  <a:lnTo>
                    <a:pt x="751184" y="0"/>
                  </a:lnTo>
                  <a:lnTo>
                    <a:pt x="751184" y="781466"/>
                  </a:lnTo>
                  <a:lnTo>
                    <a:pt x="0" y="78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23208" y="7629695"/>
            <a:ext cx="5986871" cy="1725365"/>
            <a:chOff x="0" y="0"/>
            <a:chExt cx="7982494" cy="23004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759273" y="660786"/>
              <a:ext cx="6223221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551051" y="543710"/>
              <a:ext cx="1213067" cy="1213067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784495" y="779868"/>
              <a:ext cx="746177" cy="740751"/>
            </a:xfrm>
            <a:custGeom>
              <a:avLst/>
              <a:gdLst/>
              <a:ahLst/>
              <a:cxnLst/>
              <a:rect r="r" b="b" t="t" l="l"/>
              <a:pathLst>
                <a:path h="740751" w="746177">
                  <a:moveTo>
                    <a:pt x="0" y="0"/>
                  </a:moveTo>
                  <a:lnTo>
                    <a:pt x="746178" y="0"/>
                  </a:lnTo>
                  <a:lnTo>
                    <a:pt x="746178" y="740751"/>
                  </a:lnTo>
                  <a:lnTo>
                    <a:pt x="0" y="740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408295" y="3826637"/>
            <a:ext cx="7471410" cy="3081254"/>
            <a:chOff x="0" y="0"/>
            <a:chExt cx="9961880" cy="4108339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76200"/>
              <a:ext cx="9961880" cy="177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FAC33"/>
                  </a:solidFill>
                  <a:latin typeface="Fredoka"/>
                  <a:ea typeface="Fredoka"/>
                  <a:cs typeface="Fredoka"/>
                  <a:sym typeface="Fredoka"/>
                </a:rPr>
                <a:t>Puedes usar emojis cuando hablas con tus amigos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25892" y="3508052"/>
              <a:ext cx="9710097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E721D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5479" y="-1481181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2677490" y="4703360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1" y="0"/>
                </a:lnTo>
                <a:lnTo>
                  <a:pt x="8238301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C99ED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10236" y="1646511"/>
            <a:ext cx="7667529" cy="5841263"/>
            <a:chOff x="0" y="0"/>
            <a:chExt cx="10223372" cy="778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3372" cy="7788350"/>
            </a:xfrm>
            <a:custGeom>
              <a:avLst/>
              <a:gdLst/>
              <a:ahLst/>
              <a:cxnLst/>
              <a:rect r="r" b="b" t="t" l="l"/>
              <a:pathLst>
                <a:path h="7788350" w="10223372">
                  <a:moveTo>
                    <a:pt x="0" y="0"/>
                  </a:moveTo>
                  <a:lnTo>
                    <a:pt x="10223372" y="0"/>
                  </a:lnTo>
                  <a:lnTo>
                    <a:pt x="10223372" y="7788350"/>
                  </a:lnTo>
                  <a:lnTo>
                    <a:pt x="0" y="778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127" y="5717336"/>
              <a:ext cx="10138369" cy="508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-1131812">
            <a:off x="4544442" y="4471720"/>
            <a:ext cx="2134417" cy="2075720"/>
          </a:xfrm>
          <a:custGeom>
            <a:avLst/>
            <a:gdLst/>
            <a:ahLst/>
            <a:cxnLst/>
            <a:rect r="r" b="b" t="t" l="l"/>
            <a:pathLst>
              <a:path h="2075720" w="2134417">
                <a:moveTo>
                  <a:pt x="0" y="0"/>
                </a:moveTo>
                <a:lnTo>
                  <a:pt x="2134416" y="0"/>
                </a:lnTo>
                <a:lnTo>
                  <a:pt x="2134416" y="2075720"/>
                </a:lnTo>
                <a:lnTo>
                  <a:pt x="0" y="20757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707229" y="2292824"/>
            <a:ext cx="1343139" cy="1343139"/>
          </a:xfrm>
          <a:custGeom>
            <a:avLst/>
            <a:gdLst/>
            <a:ahLst/>
            <a:cxnLst/>
            <a:rect r="r" b="b" t="t" l="l"/>
            <a:pathLst>
              <a:path h="1343139" w="1343139">
                <a:moveTo>
                  <a:pt x="0" y="0"/>
                </a:moveTo>
                <a:lnTo>
                  <a:pt x="1343139" y="0"/>
                </a:lnTo>
                <a:lnTo>
                  <a:pt x="1343139" y="1343139"/>
                </a:lnTo>
                <a:lnTo>
                  <a:pt x="0" y="13431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3417" y="5722934"/>
            <a:ext cx="1745895" cy="1599677"/>
          </a:xfrm>
          <a:custGeom>
            <a:avLst/>
            <a:gdLst/>
            <a:ahLst/>
            <a:cxnLst/>
            <a:rect r="r" b="b" t="t" l="l"/>
            <a:pathLst>
              <a:path h="1599677" w="1745895">
                <a:moveTo>
                  <a:pt x="0" y="0"/>
                </a:moveTo>
                <a:lnTo>
                  <a:pt x="1745896" y="0"/>
                </a:lnTo>
                <a:lnTo>
                  <a:pt x="1745896" y="1599677"/>
                </a:lnTo>
                <a:lnTo>
                  <a:pt x="0" y="159967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952142" y="5932623"/>
            <a:ext cx="1511193" cy="1511193"/>
          </a:xfrm>
          <a:custGeom>
            <a:avLst/>
            <a:gdLst/>
            <a:ahLst/>
            <a:cxnLst/>
            <a:rect r="r" b="b" t="t" l="l"/>
            <a:pathLst>
              <a:path h="1511193" w="1511193">
                <a:moveTo>
                  <a:pt x="0" y="0"/>
                </a:moveTo>
                <a:lnTo>
                  <a:pt x="1511193" y="0"/>
                </a:lnTo>
                <a:lnTo>
                  <a:pt x="1511193" y="1511193"/>
                </a:lnTo>
                <a:lnTo>
                  <a:pt x="0" y="15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578112" y="1864612"/>
            <a:ext cx="1810497" cy="2042874"/>
          </a:xfrm>
          <a:custGeom>
            <a:avLst/>
            <a:gdLst/>
            <a:ahLst/>
            <a:cxnLst/>
            <a:rect r="r" b="b" t="t" l="l"/>
            <a:pathLst>
              <a:path h="2042874" w="1810497">
                <a:moveTo>
                  <a:pt x="0" y="0"/>
                </a:moveTo>
                <a:lnTo>
                  <a:pt x="1810496" y="0"/>
                </a:lnTo>
                <a:lnTo>
                  <a:pt x="1810496" y="2042873"/>
                </a:lnTo>
                <a:lnTo>
                  <a:pt x="0" y="204287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577921" y="7666285"/>
            <a:ext cx="5986871" cy="1725365"/>
            <a:chOff x="0" y="0"/>
            <a:chExt cx="7982494" cy="230048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27445" y="543710"/>
              <a:ext cx="1213067" cy="1213067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640512" y="660786"/>
              <a:ext cx="6317477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658387" y="759511"/>
              <a:ext cx="751184" cy="781466"/>
            </a:xfrm>
            <a:custGeom>
              <a:avLst/>
              <a:gdLst/>
              <a:ahLst/>
              <a:cxnLst/>
              <a:rect r="r" b="b" t="t" l="l"/>
              <a:pathLst>
                <a:path h="781466" w="751184">
                  <a:moveTo>
                    <a:pt x="0" y="0"/>
                  </a:moveTo>
                  <a:lnTo>
                    <a:pt x="751184" y="0"/>
                  </a:lnTo>
                  <a:lnTo>
                    <a:pt x="751184" y="781466"/>
                  </a:lnTo>
                  <a:lnTo>
                    <a:pt x="0" y="78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23208" y="7629695"/>
            <a:ext cx="5986871" cy="1725365"/>
            <a:chOff x="0" y="0"/>
            <a:chExt cx="7982494" cy="23004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982494" cy="2300487"/>
              <a:chOff x="0" y="0"/>
              <a:chExt cx="1576789" cy="45441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576789" cy="454417"/>
              </a:xfrm>
              <a:custGeom>
                <a:avLst/>
                <a:gdLst/>
                <a:ahLst/>
                <a:cxnLst/>
                <a:rect r="r" b="b" t="t" l="l"/>
                <a:pathLst>
                  <a:path h="454417" w="1576789">
                    <a:moveTo>
                      <a:pt x="65951" y="0"/>
                    </a:moveTo>
                    <a:lnTo>
                      <a:pt x="1510838" y="0"/>
                    </a:lnTo>
                    <a:cubicBezTo>
                      <a:pt x="1547262" y="0"/>
                      <a:pt x="1576789" y="29527"/>
                      <a:pt x="1576789" y="65951"/>
                    </a:cubicBezTo>
                    <a:lnTo>
                      <a:pt x="1576789" y="388467"/>
                    </a:lnTo>
                    <a:cubicBezTo>
                      <a:pt x="1576789" y="405958"/>
                      <a:pt x="1569841" y="422733"/>
                      <a:pt x="1557472" y="435101"/>
                    </a:cubicBezTo>
                    <a:cubicBezTo>
                      <a:pt x="1545104" y="447469"/>
                      <a:pt x="1528329" y="454417"/>
                      <a:pt x="1510838" y="454417"/>
                    </a:cubicBezTo>
                    <a:lnTo>
                      <a:pt x="65951" y="454417"/>
                    </a:lnTo>
                    <a:cubicBezTo>
                      <a:pt x="29527" y="454417"/>
                      <a:pt x="0" y="424890"/>
                      <a:pt x="0" y="388467"/>
                    </a:cubicBezTo>
                    <a:lnTo>
                      <a:pt x="0" y="65951"/>
                    </a:lnTo>
                    <a:cubicBezTo>
                      <a:pt x="0" y="48459"/>
                      <a:pt x="6948" y="31685"/>
                      <a:pt x="19316" y="19316"/>
                    </a:cubicBezTo>
                    <a:cubicBezTo>
                      <a:pt x="31685" y="6948"/>
                      <a:pt x="48459" y="0"/>
                      <a:pt x="65951" y="0"/>
                    </a:cubicBezTo>
                    <a:close/>
                  </a:path>
                </a:pathLst>
              </a:custGeom>
              <a:solidFill>
                <a:srgbClr val="E75A7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576789" cy="492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759273" y="660786"/>
              <a:ext cx="6223221" cy="1036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3"/>
                </a:lnSpc>
                <a:spcBef>
                  <a:spcPct val="0"/>
                </a:spcBef>
              </a:pPr>
              <a:r>
                <a:rPr lang="en-US" sz="5399">
                  <a:solidFill>
                    <a:srgbClr val="FFFEF0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551051" y="543710"/>
              <a:ext cx="1213067" cy="1213067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C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784495" y="779868"/>
              <a:ext cx="746177" cy="740751"/>
            </a:xfrm>
            <a:custGeom>
              <a:avLst/>
              <a:gdLst/>
              <a:ahLst/>
              <a:cxnLst/>
              <a:rect r="r" b="b" t="t" l="l"/>
              <a:pathLst>
                <a:path h="740751" w="746177">
                  <a:moveTo>
                    <a:pt x="0" y="0"/>
                  </a:moveTo>
                  <a:lnTo>
                    <a:pt x="746178" y="0"/>
                  </a:lnTo>
                  <a:lnTo>
                    <a:pt x="746178" y="740751"/>
                  </a:lnTo>
                  <a:lnTo>
                    <a:pt x="0" y="740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406272" y="3826637"/>
            <a:ext cx="7475455" cy="3081254"/>
            <a:chOff x="0" y="0"/>
            <a:chExt cx="9967274" cy="4108339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-76200"/>
              <a:ext cx="9967274" cy="177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FAC33"/>
                  </a:solidFill>
                  <a:latin typeface="Fredoka"/>
                  <a:ea typeface="Fredoka"/>
                  <a:cs typeface="Fredoka"/>
                  <a:sym typeface="Fredoka"/>
                </a:rPr>
                <a:t>Los emojis siempre tienen el mismo significado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15889" y="3508052"/>
              <a:ext cx="9710097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3E721D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7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14067" y="3594702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3404415" y="272388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0" y="0"/>
                </a:lnTo>
                <a:lnTo>
                  <a:pt x="8238300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A4C48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902255" y="1832189"/>
            <a:ext cx="10138036" cy="7426111"/>
          </a:xfrm>
          <a:custGeom>
            <a:avLst/>
            <a:gdLst/>
            <a:ahLst/>
            <a:cxnLst/>
            <a:rect r="r" b="b" t="t" l="l"/>
            <a:pathLst>
              <a:path h="7426111" w="10138036">
                <a:moveTo>
                  <a:pt x="0" y="0"/>
                </a:moveTo>
                <a:lnTo>
                  <a:pt x="10138036" y="0"/>
                </a:lnTo>
                <a:lnTo>
                  <a:pt x="10138036" y="7426111"/>
                </a:lnTo>
                <a:lnTo>
                  <a:pt x="0" y="7426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915101">
            <a:off x="2726536" y="2146172"/>
            <a:ext cx="2723028" cy="2508589"/>
          </a:xfrm>
          <a:custGeom>
            <a:avLst/>
            <a:gdLst/>
            <a:ahLst/>
            <a:cxnLst/>
            <a:rect r="r" b="b" t="t" l="l"/>
            <a:pathLst>
              <a:path h="2508589" w="2723028">
                <a:moveTo>
                  <a:pt x="0" y="0"/>
                </a:moveTo>
                <a:lnTo>
                  <a:pt x="2723028" y="0"/>
                </a:lnTo>
                <a:lnTo>
                  <a:pt x="2723028" y="2508589"/>
                </a:lnTo>
                <a:lnTo>
                  <a:pt x="0" y="25085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99426">
            <a:off x="12820443" y="6545532"/>
            <a:ext cx="2439696" cy="2439696"/>
          </a:xfrm>
          <a:custGeom>
            <a:avLst/>
            <a:gdLst/>
            <a:ahLst/>
            <a:cxnLst/>
            <a:rect r="r" b="b" t="t" l="l"/>
            <a:pathLst>
              <a:path h="2439696" w="2439696">
                <a:moveTo>
                  <a:pt x="0" y="0"/>
                </a:moveTo>
                <a:lnTo>
                  <a:pt x="2439696" y="0"/>
                </a:lnTo>
                <a:lnTo>
                  <a:pt x="2439696" y="2439696"/>
                </a:lnTo>
                <a:lnTo>
                  <a:pt x="0" y="24396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260589">
            <a:off x="16012389" y="2398404"/>
            <a:ext cx="1985658" cy="1985658"/>
          </a:xfrm>
          <a:custGeom>
            <a:avLst/>
            <a:gdLst/>
            <a:ahLst/>
            <a:cxnLst/>
            <a:rect r="r" b="b" t="t" l="l"/>
            <a:pathLst>
              <a:path h="1985658" w="1985658">
                <a:moveTo>
                  <a:pt x="0" y="0"/>
                </a:moveTo>
                <a:lnTo>
                  <a:pt x="1985658" y="0"/>
                </a:lnTo>
                <a:lnTo>
                  <a:pt x="1985658" y="1985659"/>
                </a:lnTo>
                <a:lnTo>
                  <a:pt x="0" y="19856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230079">
            <a:off x="408572" y="8086113"/>
            <a:ext cx="2165484" cy="1881264"/>
          </a:xfrm>
          <a:custGeom>
            <a:avLst/>
            <a:gdLst/>
            <a:ahLst/>
            <a:cxnLst/>
            <a:rect r="r" b="b" t="t" l="l"/>
            <a:pathLst>
              <a:path h="1881264" w="2165484">
                <a:moveTo>
                  <a:pt x="0" y="0"/>
                </a:moveTo>
                <a:lnTo>
                  <a:pt x="2165484" y="0"/>
                </a:lnTo>
                <a:lnTo>
                  <a:pt x="2165484" y="1881264"/>
                </a:lnTo>
                <a:lnTo>
                  <a:pt x="0" y="18812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75476" y="2051301"/>
            <a:ext cx="2191593" cy="102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9"/>
              </a:lnSpc>
            </a:pPr>
            <a:r>
              <a:rPr lang="en-US" sz="4599" spc="1218">
                <a:solidFill>
                  <a:srgbClr val="D65073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PARTE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53996" y="2110133"/>
            <a:ext cx="1634555" cy="343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13"/>
              </a:lnSpc>
              <a:spcBef>
                <a:spcPct val="0"/>
              </a:spcBef>
            </a:pPr>
            <a:r>
              <a:rPr lang="en-US" sz="20009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2255" y="6223880"/>
            <a:ext cx="10138036" cy="2802865"/>
            <a:chOff x="0" y="0"/>
            <a:chExt cx="13517381" cy="373715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23825"/>
              <a:ext cx="13517381" cy="146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9"/>
                </a:lnSpc>
                <a:spcBef>
                  <a:spcPct val="0"/>
                </a:spcBef>
              </a:pPr>
              <a:r>
                <a:rPr lang="en-US" sz="6599">
                  <a:solidFill>
                    <a:srgbClr val="C99ED6"/>
                  </a:solidFill>
                  <a:latin typeface="Fredoka"/>
                  <a:ea typeface="Fredoka"/>
                  <a:cs typeface="Fredoka"/>
                  <a:sym typeface="Fredoka"/>
                </a:rPr>
                <a:t>Actividad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705700"/>
              <a:ext cx="13517381" cy="1031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>
                  <a:solidFill>
                    <a:srgbClr val="D65073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Sigue las indicaciones de la actividad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14067" y="3594702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3404415" y="272388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0" y="0"/>
                </a:lnTo>
                <a:lnTo>
                  <a:pt x="8238300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A4C48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45832" y="1768616"/>
            <a:ext cx="14825115" cy="2922817"/>
            <a:chOff x="0" y="0"/>
            <a:chExt cx="19766820" cy="389708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307022" y="0"/>
              <a:ext cx="19459798" cy="3623459"/>
              <a:chOff x="0" y="0"/>
              <a:chExt cx="3843911" cy="71574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843911" cy="715745"/>
              </a:xfrm>
              <a:custGeom>
                <a:avLst/>
                <a:gdLst/>
                <a:ahLst/>
                <a:cxnLst/>
                <a:rect r="r" b="b" t="t" l="l"/>
                <a:pathLst>
                  <a:path h="715745" w="3843911">
                    <a:moveTo>
                      <a:pt x="0" y="0"/>
                    </a:moveTo>
                    <a:lnTo>
                      <a:pt x="3843911" y="0"/>
                    </a:lnTo>
                    <a:lnTo>
                      <a:pt x="3843911" y="715745"/>
                    </a:lnTo>
                    <a:lnTo>
                      <a:pt x="0" y="715745"/>
                    </a:lnTo>
                    <a:close/>
                  </a:path>
                </a:pathLst>
              </a:custGeom>
              <a:solidFill>
                <a:srgbClr val="8ED5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843911" cy="7538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300264"/>
              <a:ext cx="19428804" cy="3596825"/>
              <a:chOff x="0" y="0"/>
              <a:chExt cx="3837789" cy="7104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37789" cy="710484"/>
              </a:xfrm>
              <a:custGeom>
                <a:avLst/>
                <a:gdLst/>
                <a:ahLst/>
                <a:cxnLst/>
                <a:rect r="r" b="b" t="t" l="l"/>
                <a:pathLst>
                  <a:path h="710484" w="3837789">
                    <a:moveTo>
                      <a:pt x="0" y="0"/>
                    </a:moveTo>
                    <a:lnTo>
                      <a:pt x="3837789" y="0"/>
                    </a:lnTo>
                    <a:lnTo>
                      <a:pt x="3837789" y="710484"/>
                    </a:lnTo>
                    <a:lnTo>
                      <a:pt x="0" y="710484"/>
                    </a:lnTo>
                    <a:close/>
                  </a:path>
                </a:pathLst>
              </a:custGeom>
              <a:solidFill>
                <a:srgbClr val="F9D2D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837789" cy="748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07022" y="1002982"/>
              <a:ext cx="18779746" cy="2688380"/>
              <a:chOff x="0" y="0"/>
              <a:chExt cx="3709579" cy="53103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09579" cy="531038"/>
              </a:xfrm>
              <a:custGeom>
                <a:avLst/>
                <a:gdLst/>
                <a:ahLst/>
                <a:cxnLst/>
                <a:rect r="r" b="b" t="t" l="l"/>
                <a:pathLst>
                  <a:path h="531038" w="3709579">
                    <a:moveTo>
                      <a:pt x="0" y="0"/>
                    </a:moveTo>
                    <a:lnTo>
                      <a:pt x="3709579" y="0"/>
                    </a:lnTo>
                    <a:lnTo>
                      <a:pt x="3709579" y="531038"/>
                    </a:lnTo>
                    <a:lnTo>
                      <a:pt x="0" y="53103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709579" cy="569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00424" y="467954"/>
              <a:ext cx="336457" cy="336457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46240" y="467954"/>
              <a:ext cx="336457" cy="33645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96997" y="467954"/>
              <a:ext cx="336457" cy="336457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4435409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7" y="0"/>
                </a:lnTo>
                <a:lnTo>
                  <a:pt x="2105707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45832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7" y="0"/>
                </a:lnTo>
                <a:lnTo>
                  <a:pt x="2105707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18374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7" y="0"/>
                </a:lnTo>
                <a:lnTo>
                  <a:pt x="2105707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801339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7" y="0"/>
                </a:lnTo>
                <a:lnTo>
                  <a:pt x="2105707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026891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8" y="0"/>
                </a:lnTo>
                <a:lnTo>
                  <a:pt x="2105708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209856" y="5859011"/>
            <a:ext cx="2105707" cy="2105707"/>
          </a:xfrm>
          <a:custGeom>
            <a:avLst/>
            <a:gdLst/>
            <a:ahLst/>
            <a:cxnLst/>
            <a:rect r="r" b="b" t="t" l="l"/>
            <a:pathLst>
              <a:path h="2105707" w="2105707">
                <a:moveTo>
                  <a:pt x="0" y="0"/>
                </a:moveTo>
                <a:lnTo>
                  <a:pt x="2105708" y="0"/>
                </a:lnTo>
                <a:lnTo>
                  <a:pt x="2105708" y="2105708"/>
                </a:lnTo>
                <a:lnTo>
                  <a:pt x="0" y="21057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952024" y="3594702"/>
            <a:ext cx="1052854" cy="1354153"/>
          </a:xfrm>
          <a:custGeom>
            <a:avLst/>
            <a:gdLst/>
            <a:ahLst/>
            <a:cxnLst/>
            <a:rect r="r" b="b" t="t" l="l"/>
            <a:pathLst>
              <a:path h="1354153" w="1052854">
                <a:moveTo>
                  <a:pt x="0" y="0"/>
                </a:moveTo>
                <a:lnTo>
                  <a:pt x="1052854" y="0"/>
                </a:lnTo>
                <a:lnTo>
                  <a:pt x="1052854" y="1354152"/>
                </a:lnTo>
                <a:lnTo>
                  <a:pt x="0" y="135415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845832" y="2034874"/>
            <a:ext cx="14625343" cy="1358131"/>
            <a:chOff x="0" y="0"/>
            <a:chExt cx="19500457" cy="1810842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-38100"/>
              <a:ext cx="19500457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55ACEE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8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78662" y="952321"/>
              <a:ext cx="18815853" cy="858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C99ED6"/>
                  </a:solidFill>
                  <a:latin typeface="Fredoka"/>
                  <a:ea typeface="Fredoka"/>
                  <a:cs typeface="Fredoka"/>
                  <a:sym typeface="Fredoka"/>
                </a:rPr>
                <a:t>Elige el emoji que usarías si algo te parece muy gracioso.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14067" y="3594702"/>
            <a:ext cx="11157005" cy="11327196"/>
          </a:xfrm>
          <a:custGeom>
            <a:avLst/>
            <a:gdLst/>
            <a:ahLst/>
            <a:cxnLst/>
            <a:rect r="r" b="b" t="t" l="l"/>
            <a:pathLst>
              <a:path h="11327196" w="11157005">
                <a:moveTo>
                  <a:pt x="0" y="0"/>
                </a:moveTo>
                <a:lnTo>
                  <a:pt x="11157005" y="0"/>
                </a:lnTo>
                <a:lnTo>
                  <a:pt x="11157005" y="11327196"/>
                </a:lnTo>
                <a:lnTo>
                  <a:pt x="0" y="1132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8581">
            <a:off x="13404415" y="272388"/>
            <a:ext cx="8238301" cy="9778398"/>
          </a:xfrm>
          <a:custGeom>
            <a:avLst/>
            <a:gdLst/>
            <a:ahLst/>
            <a:cxnLst/>
            <a:rect r="r" b="b" t="t" l="l"/>
            <a:pathLst>
              <a:path h="9778398" w="8238301">
                <a:moveTo>
                  <a:pt x="0" y="0"/>
                </a:moveTo>
                <a:lnTo>
                  <a:pt x="8238300" y="0"/>
                </a:lnTo>
                <a:lnTo>
                  <a:pt x="8238300" y="9778398"/>
                </a:lnTo>
                <a:lnTo>
                  <a:pt x="0" y="977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A4C48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1442" y="1637141"/>
            <a:ext cx="14825115" cy="2922817"/>
            <a:chOff x="0" y="0"/>
            <a:chExt cx="19766820" cy="389708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307022" y="0"/>
              <a:ext cx="19459798" cy="3623459"/>
              <a:chOff x="0" y="0"/>
              <a:chExt cx="3843911" cy="71574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843911" cy="715745"/>
              </a:xfrm>
              <a:custGeom>
                <a:avLst/>
                <a:gdLst/>
                <a:ahLst/>
                <a:cxnLst/>
                <a:rect r="r" b="b" t="t" l="l"/>
                <a:pathLst>
                  <a:path h="715745" w="3843911">
                    <a:moveTo>
                      <a:pt x="0" y="0"/>
                    </a:moveTo>
                    <a:lnTo>
                      <a:pt x="3843911" y="0"/>
                    </a:lnTo>
                    <a:lnTo>
                      <a:pt x="3843911" y="715745"/>
                    </a:lnTo>
                    <a:lnTo>
                      <a:pt x="0" y="715745"/>
                    </a:lnTo>
                    <a:close/>
                  </a:path>
                </a:pathLst>
              </a:custGeom>
              <a:solidFill>
                <a:srgbClr val="8ED5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843911" cy="7538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300264"/>
              <a:ext cx="19428804" cy="3596825"/>
              <a:chOff x="0" y="0"/>
              <a:chExt cx="3837789" cy="7104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37789" cy="710484"/>
              </a:xfrm>
              <a:custGeom>
                <a:avLst/>
                <a:gdLst/>
                <a:ahLst/>
                <a:cxnLst/>
                <a:rect r="r" b="b" t="t" l="l"/>
                <a:pathLst>
                  <a:path h="710484" w="3837789">
                    <a:moveTo>
                      <a:pt x="0" y="0"/>
                    </a:moveTo>
                    <a:lnTo>
                      <a:pt x="3837789" y="0"/>
                    </a:lnTo>
                    <a:lnTo>
                      <a:pt x="3837789" y="710484"/>
                    </a:lnTo>
                    <a:lnTo>
                      <a:pt x="0" y="710484"/>
                    </a:lnTo>
                    <a:close/>
                  </a:path>
                </a:pathLst>
              </a:custGeom>
              <a:solidFill>
                <a:srgbClr val="F9D2D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837789" cy="748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07022" y="1002982"/>
              <a:ext cx="18779746" cy="2688380"/>
              <a:chOff x="0" y="0"/>
              <a:chExt cx="3709579" cy="53103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09579" cy="531038"/>
              </a:xfrm>
              <a:custGeom>
                <a:avLst/>
                <a:gdLst/>
                <a:ahLst/>
                <a:cxnLst/>
                <a:rect r="r" b="b" t="t" l="l"/>
                <a:pathLst>
                  <a:path h="531038" w="3709579">
                    <a:moveTo>
                      <a:pt x="0" y="0"/>
                    </a:moveTo>
                    <a:lnTo>
                      <a:pt x="3709579" y="0"/>
                    </a:lnTo>
                    <a:lnTo>
                      <a:pt x="3709579" y="531038"/>
                    </a:lnTo>
                    <a:lnTo>
                      <a:pt x="0" y="53103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709579" cy="569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00424" y="467954"/>
              <a:ext cx="336457" cy="336457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46240" y="467954"/>
              <a:ext cx="336457" cy="33645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96997" y="467954"/>
              <a:ext cx="336457" cy="336457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700781" y="5026683"/>
            <a:ext cx="14855777" cy="4336084"/>
            <a:chOff x="0" y="0"/>
            <a:chExt cx="3912633" cy="11420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12632" cy="1142014"/>
            </a:xfrm>
            <a:custGeom>
              <a:avLst/>
              <a:gdLst/>
              <a:ahLst/>
              <a:cxnLst/>
              <a:rect r="r" b="b" t="t" l="l"/>
              <a:pathLst>
                <a:path h="1142014" w="3912632">
                  <a:moveTo>
                    <a:pt x="9902" y="0"/>
                  </a:moveTo>
                  <a:lnTo>
                    <a:pt x="3902731" y="0"/>
                  </a:lnTo>
                  <a:cubicBezTo>
                    <a:pt x="3905357" y="0"/>
                    <a:pt x="3907875" y="1043"/>
                    <a:pt x="3909732" y="2900"/>
                  </a:cubicBezTo>
                  <a:cubicBezTo>
                    <a:pt x="3911589" y="4757"/>
                    <a:pt x="3912632" y="7276"/>
                    <a:pt x="3912632" y="9902"/>
                  </a:cubicBezTo>
                  <a:lnTo>
                    <a:pt x="3912632" y="1132112"/>
                  </a:lnTo>
                  <a:cubicBezTo>
                    <a:pt x="3912632" y="1137581"/>
                    <a:pt x="3908199" y="1142014"/>
                    <a:pt x="3902731" y="1142014"/>
                  </a:cubicBezTo>
                  <a:lnTo>
                    <a:pt x="9902" y="1142014"/>
                  </a:lnTo>
                  <a:cubicBezTo>
                    <a:pt x="7276" y="1142014"/>
                    <a:pt x="4757" y="1140971"/>
                    <a:pt x="2900" y="1139114"/>
                  </a:cubicBezTo>
                  <a:cubicBezTo>
                    <a:pt x="1043" y="1137257"/>
                    <a:pt x="0" y="1134738"/>
                    <a:pt x="0" y="1132112"/>
                  </a:cubicBezTo>
                  <a:lnTo>
                    <a:pt x="0" y="9902"/>
                  </a:lnTo>
                  <a:cubicBezTo>
                    <a:pt x="0" y="4433"/>
                    <a:pt x="4433" y="0"/>
                    <a:pt x="99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12633" cy="1180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31442" y="1921504"/>
            <a:ext cx="14664455" cy="2084860"/>
            <a:chOff x="0" y="0"/>
            <a:chExt cx="19552606" cy="2779813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38100"/>
              <a:ext cx="19552606" cy="60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800" spc="742" strike="noStrike" u="none">
                  <a:solidFill>
                    <a:srgbClr val="55ACEE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PREGUNTA 9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45042" y="1006892"/>
              <a:ext cx="18783992" cy="177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C99ED6"/>
                  </a:solidFill>
                  <a:latin typeface="Fredoka"/>
                  <a:ea typeface="Fredoka"/>
                  <a:cs typeface="Fredoka"/>
                  <a:sym typeface="Fredoka"/>
                </a:rPr>
                <a:t>¿Puedes dibujar un emoji que aún no exista pero te gustaría usar?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EF6C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B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441920" y="3919515"/>
            <a:ext cx="745747" cy="74574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27079" y="3919515"/>
            <a:ext cx="745747" cy="74574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12237" y="3919515"/>
            <a:ext cx="745747" cy="74574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15962" y="3834236"/>
            <a:ext cx="566432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1.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3354" y="5018623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2.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438493" y="5100475"/>
            <a:ext cx="752600" cy="7526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23652" y="5100475"/>
            <a:ext cx="752600" cy="75260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08811" y="5100475"/>
            <a:ext cx="752600" cy="75260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23354" y="6206436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3.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438493" y="6288288"/>
            <a:ext cx="752600" cy="7526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423652" y="6288288"/>
            <a:ext cx="752600" cy="7526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408811" y="6288288"/>
            <a:ext cx="752600" cy="75260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85527" y="3893782"/>
            <a:ext cx="1393674" cy="829461"/>
            <a:chOff x="0" y="0"/>
            <a:chExt cx="367058" cy="2184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135218" y="3893782"/>
            <a:ext cx="1393674" cy="829461"/>
            <a:chOff x="0" y="0"/>
            <a:chExt cx="367058" cy="2184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5778214" y="3850361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4.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617719" y="5055595"/>
            <a:ext cx="1393674" cy="829461"/>
            <a:chOff x="0" y="0"/>
            <a:chExt cx="367058" cy="2184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167409" y="5055595"/>
            <a:ext cx="1393674" cy="829461"/>
            <a:chOff x="0" y="0"/>
            <a:chExt cx="367058" cy="2184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5746022" y="5012173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5.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617719" y="6217408"/>
            <a:ext cx="1393674" cy="829461"/>
            <a:chOff x="0" y="0"/>
            <a:chExt cx="367058" cy="21845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167409" y="6217408"/>
            <a:ext cx="1393674" cy="829461"/>
            <a:chOff x="0" y="0"/>
            <a:chExt cx="367058" cy="21845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5746022" y="6173986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6.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617719" y="7379220"/>
            <a:ext cx="1393674" cy="829461"/>
            <a:chOff x="0" y="0"/>
            <a:chExt cx="367058" cy="21845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167409" y="7379220"/>
            <a:ext cx="1393674" cy="829461"/>
            <a:chOff x="0" y="0"/>
            <a:chExt cx="367058" cy="2184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5746022" y="7335798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7.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0">
            <a:off x="11777042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0692234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3948254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6119466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9" y="0"/>
                </a:lnTo>
                <a:lnTo>
                  <a:pt x="882109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2862648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033860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9892099" y="3844921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8.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892099" y="5163728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9.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0692234" y="5258978"/>
            <a:ext cx="6291046" cy="4103788"/>
            <a:chOff x="0" y="0"/>
            <a:chExt cx="1656901" cy="108083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656901" cy="1080833"/>
            </a:xfrm>
            <a:custGeom>
              <a:avLst/>
              <a:gdLst/>
              <a:ahLst/>
              <a:cxnLst/>
              <a:rect r="r" b="b" t="t" l="l"/>
              <a:pathLst>
                <a:path h="1080833" w="1656901">
                  <a:moveTo>
                    <a:pt x="23382" y="0"/>
                  </a:moveTo>
                  <a:lnTo>
                    <a:pt x="1633519" y="0"/>
                  </a:lnTo>
                  <a:cubicBezTo>
                    <a:pt x="1639720" y="0"/>
                    <a:pt x="1645668" y="2463"/>
                    <a:pt x="1650053" y="6848"/>
                  </a:cubicBezTo>
                  <a:cubicBezTo>
                    <a:pt x="1654438" y="11233"/>
                    <a:pt x="1656901" y="17181"/>
                    <a:pt x="1656901" y="23382"/>
                  </a:cubicBezTo>
                  <a:lnTo>
                    <a:pt x="1656901" y="1057451"/>
                  </a:lnTo>
                  <a:cubicBezTo>
                    <a:pt x="1656901" y="1070365"/>
                    <a:pt x="1646433" y="1080833"/>
                    <a:pt x="1633519" y="1080833"/>
                  </a:cubicBezTo>
                  <a:lnTo>
                    <a:pt x="23382" y="1080833"/>
                  </a:lnTo>
                  <a:cubicBezTo>
                    <a:pt x="10468" y="1080833"/>
                    <a:pt x="0" y="1070365"/>
                    <a:pt x="0" y="1057451"/>
                  </a:cubicBezTo>
                  <a:lnTo>
                    <a:pt x="0" y="23382"/>
                  </a:lnTo>
                  <a:cubicBezTo>
                    <a:pt x="0" y="10468"/>
                    <a:pt x="10468" y="0"/>
                    <a:pt x="233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656901" cy="1118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0017257" y="8310008"/>
            <a:ext cx="1349954" cy="1349954"/>
          </a:xfrm>
          <a:custGeom>
            <a:avLst/>
            <a:gdLst/>
            <a:ahLst/>
            <a:cxnLst/>
            <a:rect r="r" b="b" t="t" l="l"/>
            <a:pathLst>
              <a:path h="1349954" w="1349954">
                <a:moveTo>
                  <a:pt x="0" y="0"/>
                </a:moveTo>
                <a:lnTo>
                  <a:pt x="1349954" y="0"/>
                </a:lnTo>
                <a:lnTo>
                  <a:pt x="1349954" y="1349954"/>
                </a:lnTo>
                <a:lnTo>
                  <a:pt x="0" y="13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4771686" y="1227173"/>
            <a:ext cx="8744629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DD637F"/>
                </a:solidFill>
                <a:latin typeface="Fredoka"/>
                <a:ea typeface="Fredoka"/>
                <a:cs typeface="Fredoka"/>
                <a:sym typeface="Fredoka"/>
              </a:rPr>
              <a:t>Hoja para respuestas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701904" y="2750522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1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6210473" y="2625899"/>
            <a:ext cx="3264992" cy="940601"/>
            <a:chOff x="0" y="0"/>
            <a:chExt cx="859916" cy="24773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59916" cy="247730"/>
            </a:xfrm>
            <a:custGeom>
              <a:avLst/>
              <a:gdLst/>
              <a:ahLst/>
              <a:cxnLst/>
              <a:rect r="r" b="b" t="t" l="l"/>
              <a:pathLst>
                <a:path h="247730" w="859916">
                  <a:moveTo>
                    <a:pt x="120931" y="0"/>
                  </a:moveTo>
                  <a:lnTo>
                    <a:pt x="738985" y="0"/>
                  </a:lnTo>
                  <a:cubicBezTo>
                    <a:pt x="771058" y="0"/>
                    <a:pt x="801817" y="12741"/>
                    <a:pt x="824496" y="35420"/>
                  </a:cubicBezTo>
                  <a:cubicBezTo>
                    <a:pt x="847175" y="58099"/>
                    <a:pt x="859916" y="88858"/>
                    <a:pt x="859916" y="120931"/>
                  </a:cubicBezTo>
                  <a:lnTo>
                    <a:pt x="859916" y="126800"/>
                  </a:lnTo>
                  <a:cubicBezTo>
                    <a:pt x="859916" y="158872"/>
                    <a:pt x="847175" y="189632"/>
                    <a:pt x="824496" y="212310"/>
                  </a:cubicBezTo>
                  <a:cubicBezTo>
                    <a:pt x="801817" y="234989"/>
                    <a:pt x="771058" y="247730"/>
                    <a:pt x="738985" y="247730"/>
                  </a:cubicBezTo>
                  <a:lnTo>
                    <a:pt x="120931" y="247730"/>
                  </a:lnTo>
                  <a:cubicBezTo>
                    <a:pt x="88858" y="247730"/>
                    <a:pt x="58099" y="234989"/>
                    <a:pt x="35420" y="212310"/>
                  </a:cubicBezTo>
                  <a:cubicBezTo>
                    <a:pt x="12741" y="189632"/>
                    <a:pt x="0" y="158872"/>
                    <a:pt x="0" y="126800"/>
                  </a:cubicBezTo>
                  <a:lnTo>
                    <a:pt x="0" y="120931"/>
                  </a:lnTo>
                  <a:cubicBezTo>
                    <a:pt x="0" y="88858"/>
                    <a:pt x="12741" y="58099"/>
                    <a:pt x="35420" y="35420"/>
                  </a:cubicBezTo>
                  <a:cubicBezTo>
                    <a:pt x="58099" y="12741"/>
                    <a:pt x="88858" y="0"/>
                    <a:pt x="120931" y="0"/>
                  </a:cubicBezTo>
                  <a:close/>
                </a:path>
              </a:pathLst>
            </a:custGeom>
            <a:solidFill>
              <a:srgbClr val="A6D388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59916" cy="28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6029114" y="2756337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2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586207" y="2600044"/>
            <a:ext cx="3627710" cy="940601"/>
            <a:chOff x="0" y="0"/>
            <a:chExt cx="4836947" cy="1254134"/>
          </a:xfrm>
        </p:grpSpPr>
        <p:grpSp>
          <p:nvGrpSpPr>
            <p:cNvPr name="Group 93" id="93"/>
            <p:cNvGrpSpPr/>
            <p:nvPr/>
          </p:nvGrpSpPr>
          <p:grpSpPr>
            <a:xfrm rot="0">
              <a:off x="241812" y="0"/>
              <a:ext cx="4353323" cy="1254134"/>
              <a:chOff x="0" y="0"/>
              <a:chExt cx="859916" cy="24773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59916" cy="247730"/>
              </a:xfrm>
              <a:custGeom>
                <a:avLst/>
                <a:gdLst/>
                <a:ahLst/>
                <a:cxnLst/>
                <a:rect r="r" b="b" t="t" l="l"/>
                <a:pathLst>
                  <a:path h="247730" w="859916">
                    <a:moveTo>
                      <a:pt x="120931" y="0"/>
                    </a:moveTo>
                    <a:lnTo>
                      <a:pt x="738985" y="0"/>
                    </a:lnTo>
                    <a:cubicBezTo>
                      <a:pt x="771058" y="0"/>
                      <a:pt x="801817" y="12741"/>
                      <a:pt x="824496" y="35420"/>
                    </a:cubicBezTo>
                    <a:cubicBezTo>
                      <a:pt x="847175" y="58099"/>
                      <a:pt x="859916" y="88858"/>
                      <a:pt x="859916" y="120931"/>
                    </a:cubicBezTo>
                    <a:lnTo>
                      <a:pt x="859916" y="126800"/>
                    </a:lnTo>
                    <a:cubicBezTo>
                      <a:pt x="859916" y="158872"/>
                      <a:pt x="847175" y="189632"/>
                      <a:pt x="824496" y="212310"/>
                    </a:cubicBezTo>
                    <a:cubicBezTo>
                      <a:pt x="801817" y="234989"/>
                      <a:pt x="771058" y="247730"/>
                      <a:pt x="738985" y="247730"/>
                    </a:cubicBezTo>
                    <a:lnTo>
                      <a:pt x="120931" y="247730"/>
                    </a:lnTo>
                    <a:cubicBezTo>
                      <a:pt x="88858" y="247730"/>
                      <a:pt x="58099" y="234989"/>
                      <a:pt x="35420" y="212310"/>
                    </a:cubicBezTo>
                    <a:cubicBezTo>
                      <a:pt x="12741" y="189632"/>
                      <a:pt x="0" y="158872"/>
                      <a:pt x="0" y="126800"/>
                    </a:cubicBezTo>
                    <a:lnTo>
                      <a:pt x="0" y="120931"/>
                    </a:lnTo>
                    <a:cubicBezTo>
                      <a:pt x="0" y="88858"/>
                      <a:pt x="12741" y="58099"/>
                      <a:pt x="35420" y="35420"/>
                    </a:cubicBezTo>
                    <a:cubicBezTo>
                      <a:pt x="58099" y="12741"/>
                      <a:pt x="88858" y="0"/>
                      <a:pt x="120931" y="0"/>
                    </a:cubicBezTo>
                    <a:close/>
                  </a:path>
                </a:pathLst>
              </a:custGeom>
              <a:solidFill>
                <a:srgbClr val="A6D388"/>
              </a:solid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859916" cy="285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6" id="96"/>
            <p:cNvSpPr txBox="true"/>
            <p:nvPr/>
          </p:nvSpPr>
          <p:spPr>
            <a:xfrm rot="0">
              <a:off x="0" y="192967"/>
              <a:ext cx="4836947" cy="742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EF0"/>
                  </a:solidFill>
                  <a:latin typeface="Fredoka"/>
                  <a:ea typeface="Fredoka"/>
                  <a:cs typeface="Fredoka"/>
                  <a:sym typeface="Fredoka"/>
                </a:rPr>
                <a:t>Parte 1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814341" y="2688376"/>
            <a:ext cx="3264992" cy="940601"/>
            <a:chOff x="0" y="0"/>
            <a:chExt cx="859916" cy="24773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59916" cy="247730"/>
            </a:xfrm>
            <a:custGeom>
              <a:avLst/>
              <a:gdLst/>
              <a:ahLst/>
              <a:cxnLst/>
              <a:rect r="r" b="b" t="t" l="l"/>
              <a:pathLst>
                <a:path h="247730" w="859916">
                  <a:moveTo>
                    <a:pt x="120931" y="0"/>
                  </a:moveTo>
                  <a:lnTo>
                    <a:pt x="738985" y="0"/>
                  </a:lnTo>
                  <a:cubicBezTo>
                    <a:pt x="771058" y="0"/>
                    <a:pt x="801817" y="12741"/>
                    <a:pt x="824496" y="35420"/>
                  </a:cubicBezTo>
                  <a:cubicBezTo>
                    <a:pt x="847175" y="58099"/>
                    <a:pt x="859916" y="88858"/>
                    <a:pt x="859916" y="120931"/>
                  </a:cubicBezTo>
                  <a:lnTo>
                    <a:pt x="859916" y="126800"/>
                  </a:lnTo>
                  <a:cubicBezTo>
                    <a:pt x="859916" y="158872"/>
                    <a:pt x="847175" y="189632"/>
                    <a:pt x="824496" y="212310"/>
                  </a:cubicBezTo>
                  <a:cubicBezTo>
                    <a:pt x="801817" y="234989"/>
                    <a:pt x="771058" y="247730"/>
                    <a:pt x="738985" y="247730"/>
                  </a:cubicBezTo>
                  <a:lnTo>
                    <a:pt x="120931" y="247730"/>
                  </a:lnTo>
                  <a:cubicBezTo>
                    <a:pt x="88858" y="247730"/>
                    <a:pt x="58099" y="234989"/>
                    <a:pt x="35420" y="212310"/>
                  </a:cubicBezTo>
                  <a:cubicBezTo>
                    <a:pt x="12741" y="189632"/>
                    <a:pt x="0" y="158872"/>
                    <a:pt x="0" y="126800"/>
                  </a:cubicBezTo>
                  <a:lnTo>
                    <a:pt x="0" y="120931"/>
                  </a:lnTo>
                  <a:cubicBezTo>
                    <a:pt x="0" y="88858"/>
                    <a:pt x="12741" y="58099"/>
                    <a:pt x="35420" y="35420"/>
                  </a:cubicBezTo>
                  <a:cubicBezTo>
                    <a:pt x="58099" y="12741"/>
                    <a:pt x="88858" y="0"/>
                    <a:pt x="120931" y="0"/>
                  </a:cubicBezTo>
                  <a:close/>
                </a:path>
              </a:pathLst>
            </a:custGeom>
            <a:solidFill>
              <a:srgbClr val="A6D388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59916" cy="28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1632982" y="2818814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3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8700" y="1942184"/>
            <a:ext cx="16230600" cy="54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Utiliza la herramienta de dibujo o siéntete libre de marcar tus respuestas mientras participas en la trivia.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435" y="550540"/>
            <a:ext cx="16759130" cy="9185920"/>
            <a:chOff x="0" y="0"/>
            <a:chExt cx="22345506" cy="122478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06699"/>
              <a:ext cx="22345506" cy="12041194"/>
              <a:chOff x="0" y="0"/>
              <a:chExt cx="4413927" cy="237850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13927" cy="2378508"/>
              </a:xfrm>
              <a:custGeom>
                <a:avLst/>
                <a:gdLst/>
                <a:ahLst/>
                <a:cxnLst/>
                <a:rect r="r" b="b" t="t" l="l"/>
                <a:pathLst>
                  <a:path h="2378508" w="4413927">
                    <a:moveTo>
                      <a:pt x="23560" y="0"/>
                    </a:moveTo>
                    <a:lnTo>
                      <a:pt x="4390368" y="0"/>
                    </a:lnTo>
                    <a:cubicBezTo>
                      <a:pt x="4403379" y="0"/>
                      <a:pt x="4413927" y="10548"/>
                      <a:pt x="4413927" y="23560"/>
                    </a:cubicBezTo>
                    <a:lnTo>
                      <a:pt x="4413927" y="2354948"/>
                    </a:lnTo>
                    <a:cubicBezTo>
                      <a:pt x="4413927" y="2367960"/>
                      <a:pt x="4403379" y="2378508"/>
                      <a:pt x="4390368" y="2378508"/>
                    </a:cubicBezTo>
                    <a:lnTo>
                      <a:pt x="23560" y="2378508"/>
                    </a:lnTo>
                    <a:cubicBezTo>
                      <a:pt x="10548" y="2378508"/>
                      <a:pt x="0" y="2367960"/>
                      <a:pt x="0" y="2354948"/>
                    </a:cubicBezTo>
                    <a:lnTo>
                      <a:pt x="0" y="23560"/>
                    </a:lnTo>
                    <a:cubicBezTo>
                      <a:pt x="0" y="10548"/>
                      <a:pt x="10548" y="0"/>
                      <a:pt x="23560" y="0"/>
                    </a:cubicBezTo>
                    <a:close/>
                  </a:path>
                </a:pathLst>
              </a:custGeom>
              <a:solidFill>
                <a:srgbClr val="FEF6C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413927" cy="2416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345506" cy="1042195"/>
              <a:chOff x="0" y="0"/>
              <a:chExt cx="4413927" cy="2058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413927" cy="205866"/>
              </a:xfrm>
              <a:custGeom>
                <a:avLst/>
                <a:gdLst/>
                <a:ahLst/>
                <a:cxnLst/>
                <a:rect r="r" b="b" t="t" l="l"/>
                <a:pathLst>
                  <a:path h="205866" w="4413927">
                    <a:moveTo>
                      <a:pt x="0" y="0"/>
                    </a:moveTo>
                    <a:lnTo>
                      <a:pt x="4413927" y="0"/>
                    </a:lnTo>
                    <a:lnTo>
                      <a:pt x="4413927" y="205866"/>
                    </a:lnTo>
                    <a:lnTo>
                      <a:pt x="0" y="205866"/>
                    </a:lnTo>
                    <a:close/>
                  </a:path>
                </a:pathLst>
              </a:custGeom>
              <a:solidFill>
                <a:srgbClr val="FCAB4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413927" cy="243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774711" y="221451"/>
              <a:ext cx="15582919" cy="599292"/>
              <a:chOff x="0" y="0"/>
              <a:chExt cx="3078107" cy="1183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78107" cy="118379"/>
              </a:xfrm>
              <a:custGeom>
                <a:avLst/>
                <a:gdLst/>
                <a:ahLst/>
                <a:cxnLst/>
                <a:rect r="r" b="b" t="t" l="l"/>
                <a:pathLst>
                  <a:path h="118379" w="3078107">
                    <a:moveTo>
                      <a:pt x="0" y="0"/>
                    </a:moveTo>
                    <a:lnTo>
                      <a:pt x="3078107" y="0"/>
                    </a:lnTo>
                    <a:lnTo>
                      <a:pt x="3078107" y="118379"/>
                    </a:lnTo>
                    <a:lnTo>
                      <a:pt x="0" y="118379"/>
                    </a:lnTo>
                    <a:close/>
                  </a:path>
                </a:pathLst>
              </a:custGeom>
              <a:solidFill>
                <a:srgbClr val="FFFEF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078107" cy="15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441862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0" y="0"/>
                  </a:moveTo>
                  <a:lnTo>
                    <a:pt x="614045" y="0"/>
                  </a:lnTo>
                  <a:lnTo>
                    <a:pt x="614045" y="614044"/>
                  </a:lnTo>
                  <a:lnTo>
                    <a:pt x="0" y="61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634416" y="206699"/>
              <a:ext cx="614044" cy="614044"/>
            </a:xfrm>
            <a:custGeom>
              <a:avLst/>
              <a:gdLst/>
              <a:ahLst/>
              <a:cxnLst/>
              <a:rect r="r" b="b" t="t" l="l"/>
              <a:pathLst>
                <a:path h="614044" w="614044">
                  <a:moveTo>
                    <a:pt x="614045" y="0"/>
                  </a:moveTo>
                  <a:lnTo>
                    <a:pt x="0" y="0"/>
                  </a:lnTo>
                  <a:lnTo>
                    <a:pt x="0" y="614044"/>
                  </a:lnTo>
                  <a:lnTo>
                    <a:pt x="614045" y="614044"/>
                  </a:lnTo>
                  <a:lnTo>
                    <a:pt x="61404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834591" y="326878"/>
              <a:ext cx="392002" cy="388439"/>
            </a:xfrm>
            <a:custGeom>
              <a:avLst/>
              <a:gdLst/>
              <a:ahLst/>
              <a:cxnLst/>
              <a:rect r="r" b="b" t="t" l="l"/>
              <a:pathLst>
                <a:path h="388439" w="392002">
                  <a:moveTo>
                    <a:pt x="0" y="0"/>
                  </a:moveTo>
                  <a:lnTo>
                    <a:pt x="392003" y="0"/>
                  </a:lnTo>
                  <a:lnTo>
                    <a:pt x="392003" y="388439"/>
                  </a:lnTo>
                  <a:lnTo>
                    <a:pt x="0" y="38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1584098" y="283790"/>
              <a:ext cx="409055" cy="400874"/>
            </a:xfrm>
            <a:custGeom>
              <a:avLst/>
              <a:gdLst/>
              <a:ahLst/>
              <a:cxnLst/>
              <a:rect r="r" b="b" t="t" l="l"/>
              <a:pathLst>
                <a:path h="400874" w="409055">
                  <a:moveTo>
                    <a:pt x="0" y="0"/>
                  </a:moveTo>
                  <a:lnTo>
                    <a:pt x="409055" y="0"/>
                  </a:lnTo>
                  <a:lnTo>
                    <a:pt x="409055" y="400874"/>
                  </a:lnTo>
                  <a:lnTo>
                    <a:pt x="0" y="4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41920" y="3919515"/>
            <a:ext cx="745747" cy="74574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1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27079" y="3919515"/>
            <a:ext cx="745747" cy="74574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12237" y="3919515"/>
            <a:ext cx="745747" cy="74574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1640" lIns="41640" bIns="41640" rIns="4164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438493" y="5100475"/>
            <a:ext cx="752600" cy="7526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423652" y="5100475"/>
            <a:ext cx="752600" cy="7526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13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408811" y="5100475"/>
            <a:ext cx="752600" cy="7526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438493" y="6288288"/>
            <a:ext cx="752600" cy="7526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23652" y="6288288"/>
            <a:ext cx="752600" cy="7526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4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B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08811" y="6288288"/>
            <a:ext cx="752600" cy="7526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13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2023" lIns="42023" bIns="42023" rIns="42023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85527" y="3893782"/>
            <a:ext cx="1393674" cy="829461"/>
            <a:chOff x="0" y="0"/>
            <a:chExt cx="367058" cy="2184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35218" y="3893782"/>
            <a:ext cx="1393674" cy="829461"/>
            <a:chOff x="0" y="0"/>
            <a:chExt cx="367058" cy="2184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5C913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617719" y="5055595"/>
            <a:ext cx="1393674" cy="829461"/>
            <a:chOff x="0" y="0"/>
            <a:chExt cx="367058" cy="2184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67409" y="5055595"/>
            <a:ext cx="1393674" cy="829461"/>
            <a:chOff x="0" y="0"/>
            <a:chExt cx="367058" cy="21845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5C913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617719" y="6217408"/>
            <a:ext cx="1393674" cy="829461"/>
            <a:chOff x="0" y="0"/>
            <a:chExt cx="367058" cy="21845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5C913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167409" y="6217408"/>
            <a:ext cx="1393674" cy="829461"/>
            <a:chOff x="0" y="0"/>
            <a:chExt cx="367058" cy="21845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617719" y="7379220"/>
            <a:ext cx="1393674" cy="829461"/>
            <a:chOff x="0" y="0"/>
            <a:chExt cx="367058" cy="2184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C99ED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Verdadero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67409" y="7379220"/>
            <a:ext cx="1393674" cy="829461"/>
            <a:chOff x="0" y="0"/>
            <a:chExt cx="367058" cy="2184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7058" cy="218459"/>
            </a:xfrm>
            <a:custGeom>
              <a:avLst/>
              <a:gdLst/>
              <a:ahLst/>
              <a:cxnLst/>
              <a:rect r="r" b="b" t="t" l="l"/>
              <a:pathLst>
                <a:path h="218459" w="367058">
                  <a:moveTo>
                    <a:pt x="109229" y="0"/>
                  </a:moveTo>
                  <a:lnTo>
                    <a:pt x="257829" y="0"/>
                  </a:lnTo>
                  <a:cubicBezTo>
                    <a:pt x="286798" y="0"/>
                    <a:pt x="314581" y="11508"/>
                    <a:pt x="335065" y="31993"/>
                  </a:cubicBezTo>
                  <a:cubicBezTo>
                    <a:pt x="355550" y="52477"/>
                    <a:pt x="367058" y="80260"/>
                    <a:pt x="367058" y="109229"/>
                  </a:cubicBezTo>
                  <a:lnTo>
                    <a:pt x="367058" y="109229"/>
                  </a:lnTo>
                  <a:cubicBezTo>
                    <a:pt x="367058" y="169555"/>
                    <a:pt x="318154" y="218459"/>
                    <a:pt x="257829" y="218459"/>
                  </a:cubicBezTo>
                  <a:lnTo>
                    <a:pt x="109229" y="218459"/>
                  </a:lnTo>
                  <a:cubicBezTo>
                    <a:pt x="48904" y="218459"/>
                    <a:pt x="0" y="169555"/>
                    <a:pt x="0" y="109229"/>
                  </a:cubicBezTo>
                  <a:lnTo>
                    <a:pt x="0" y="109229"/>
                  </a:lnTo>
                  <a:cubicBezTo>
                    <a:pt x="0" y="48904"/>
                    <a:pt x="48904" y="0"/>
                    <a:pt x="109229" y="0"/>
                  </a:cubicBezTo>
                  <a:close/>
                </a:path>
              </a:pathLst>
            </a:custGeom>
            <a:solidFill>
              <a:srgbClr val="5C913B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67058" cy="25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  <a:sym typeface="KG Primary Penmanship"/>
                </a:rPr>
                <a:t>Falso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1777042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0692234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948254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6119466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9" y="0"/>
                </a:lnTo>
                <a:lnTo>
                  <a:pt x="882109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862648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5033860" y="3862019"/>
            <a:ext cx="882109" cy="882109"/>
          </a:xfrm>
          <a:custGeom>
            <a:avLst/>
            <a:gdLst/>
            <a:ahLst/>
            <a:cxnLst/>
            <a:rect r="r" b="b" t="t" l="l"/>
            <a:pathLst>
              <a:path h="882109" w="882109">
                <a:moveTo>
                  <a:pt x="0" y="0"/>
                </a:moveTo>
                <a:lnTo>
                  <a:pt x="882108" y="0"/>
                </a:lnTo>
                <a:lnTo>
                  <a:pt x="882108" y="882109"/>
                </a:lnTo>
                <a:lnTo>
                  <a:pt x="0" y="88210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0692234" y="5258978"/>
            <a:ext cx="6291046" cy="4103788"/>
            <a:chOff x="0" y="0"/>
            <a:chExt cx="1656901" cy="108083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56901" cy="1080833"/>
            </a:xfrm>
            <a:custGeom>
              <a:avLst/>
              <a:gdLst/>
              <a:ahLst/>
              <a:cxnLst/>
              <a:rect r="r" b="b" t="t" l="l"/>
              <a:pathLst>
                <a:path h="1080833" w="1656901">
                  <a:moveTo>
                    <a:pt x="23382" y="0"/>
                  </a:moveTo>
                  <a:lnTo>
                    <a:pt x="1633519" y="0"/>
                  </a:lnTo>
                  <a:cubicBezTo>
                    <a:pt x="1639720" y="0"/>
                    <a:pt x="1645668" y="2463"/>
                    <a:pt x="1650053" y="6848"/>
                  </a:cubicBezTo>
                  <a:cubicBezTo>
                    <a:pt x="1654438" y="11233"/>
                    <a:pt x="1656901" y="17181"/>
                    <a:pt x="1656901" y="23382"/>
                  </a:cubicBezTo>
                  <a:lnTo>
                    <a:pt x="1656901" y="1057451"/>
                  </a:lnTo>
                  <a:cubicBezTo>
                    <a:pt x="1656901" y="1070365"/>
                    <a:pt x="1646433" y="1080833"/>
                    <a:pt x="1633519" y="1080833"/>
                  </a:cubicBezTo>
                  <a:lnTo>
                    <a:pt x="23382" y="1080833"/>
                  </a:lnTo>
                  <a:cubicBezTo>
                    <a:pt x="10468" y="1080833"/>
                    <a:pt x="0" y="1070365"/>
                    <a:pt x="0" y="1057451"/>
                  </a:cubicBezTo>
                  <a:lnTo>
                    <a:pt x="0" y="23382"/>
                  </a:lnTo>
                  <a:cubicBezTo>
                    <a:pt x="0" y="10468"/>
                    <a:pt x="10468" y="0"/>
                    <a:pt x="233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656901" cy="1118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0017257" y="8310008"/>
            <a:ext cx="1349954" cy="1349954"/>
          </a:xfrm>
          <a:custGeom>
            <a:avLst/>
            <a:gdLst/>
            <a:ahLst/>
            <a:cxnLst/>
            <a:rect r="r" b="b" t="t" l="l"/>
            <a:pathLst>
              <a:path h="1349954" w="1349954">
                <a:moveTo>
                  <a:pt x="0" y="0"/>
                </a:moveTo>
                <a:lnTo>
                  <a:pt x="1349954" y="0"/>
                </a:lnTo>
                <a:lnTo>
                  <a:pt x="1349954" y="1349954"/>
                </a:lnTo>
                <a:lnTo>
                  <a:pt x="0" y="13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701904" y="2750522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1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210473" y="2625899"/>
            <a:ext cx="3264992" cy="940601"/>
            <a:chOff x="0" y="0"/>
            <a:chExt cx="859916" cy="24773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9916" cy="247730"/>
            </a:xfrm>
            <a:custGeom>
              <a:avLst/>
              <a:gdLst/>
              <a:ahLst/>
              <a:cxnLst/>
              <a:rect r="r" b="b" t="t" l="l"/>
              <a:pathLst>
                <a:path h="247730" w="859916">
                  <a:moveTo>
                    <a:pt x="120931" y="0"/>
                  </a:moveTo>
                  <a:lnTo>
                    <a:pt x="738985" y="0"/>
                  </a:lnTo>
                  <a:cubicBezTo>
                    <a:pt x="771058" y="0"/>
                    <a:pt x="801817" y="12741"/>
                    <a:pt x="824496" y="35420"/>
                  </a:cubicBezTo>
                  <a:cubicBezTo>
                    <a:pt x="847175" y="58099"/>
                    <a:pt x="859916" y="88858"/>
                    <a:pt x="859916" y="120931"/>
                  </a:cubicBezTo>
                  <a:lnTo>
                    <a:pt x="859916" y="126800"/>
                  </a:lnTo>
                  <a:cubicBezTo>
                    <a:pt x="859916" y="158872"/>
                    <a:pt x="847175" y="189632"/>
                    <a:pt x="824496" y="212310"/>
                  </a:cubicBezTo>
                  <a:cubicBezTo>
                    <a:pt x="801817" y="234989"/>
                    <a:pt x="771058" y="247730"/>
                    <a:pt x="738985" y="247730"/>
                  </a:cubicBezTo>
                  <a:lnTo>
                    <a:pt x="120931" y="247730"/>
                  </a:lnTo>
                  <a:cubicBezTo>
                    <a:pt x="88858" y="247730"/>
                    <a:pt x="58099" y="234989"/>
                    <a:pt x="35420" y="212310"/>
                  </a:cubicBezTo>
                  <a:cubicBezTo>
                    <a:pt x="12741" y="189632"/>
                    <a:pt x="0" y="158872"/>
                    <a:pt x="0" y="126800"/>
                  </a:cubicBezTo>
                  <a:lnTo>
                    <a:pt x="0" y="120931"/>
                  </a:lnTo>
                  <a:cubicBezTo>
                    <a:pt x="0" y="88858"/>
                    <a:pt x="12741" y="58099"/>
                    <a:pt x="35420" y="35420"/>
                  </a:cubicBezTo>
                  <a:cubicBezTo>
                    <a:pt x="58099" y="12741"/>
                    <a:pt x="88858" y="0"/>
                    <a:pt x="120931" y="0"/>
                  </a:cubicBezTo>
                  <a:close/>
                </a:path>
              </a:pathLst>
            </a:custGeom>
            <a:solidFill>
              <a:srgbClr val="A6D388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59916" cy="28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86207" y="2600044"/>
            <a:ext cx="3627710" cy="940601"/>
            <a:chOff x="0" y="0"/>
            <a:chExt cx="4836947" cy="1254134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241812" y="0"/>
              <a:ext cx="4353323" cy="1254134"/>
              <a:chOff x="0" y="0"/>
              <a:chExt cx="859916" cy="24773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59916" cy="247730"/>
              </a:xfrm>
              <a:custGeom>
                <a:avLst/>
                <a:gdLst/>
                <a:ahLst/>
                <a:cxnLst/>
                <a:rect r="r" b="b" t="t" l="l"/>
                <a:pathLst>
                  <a:path h="247730" w="859916">
                    <a:moveTo>
                      <a:pt x="120931" y="0"/>
                    </a:moveTo>
                    <a:lnTo>
                      <a:pt x="738985" y="0"/>
                    </a:lnTo>
                    <a:cubicBezTo>
                      <a:pt x="771058" y="0"/>
                      <a:pt x="801817" y="12741"/>
                      <a:pt x="824496" y="35420"/>
                    </a:cubicBezTo>
                    <a:cubicBezTo>
                      <a:pt x="847175" y="58099"/>
                      <a:pt x="859916" y="88858"/>
                      <a:pt x="859916" y="120931"/>
                    </a:cubicBezTo>
                    <a:lnTo>
                      <a:pt x="859916" y="126800"/>
                    </a:lnTo>
                    <a:cubicBezTo>
                      <a:pt x="859916" y="158872"/>
                      <a:pt x="847175" y="189632"/>
                      <a:pt x="824496" y="212310"/>
                    </a:cubicBezTo>
                    <a:cubicBezTo>
                      <a:pt x="801817" y="234989"/>
                      <a:pt x="771058" y="247730"/>
                      <a:pt x="738985" y="247730"/>
                    </a:cubicBezTo>
                    <a:lnTo>
                      <a:pt x="120931" y="247730"/>
                    </a:lnTo>
                    <a:cubicBezTo>
                      <a:pt x="88858" y="247730"/>
                      <a:pt x="58099" y="234989"/>
                      <a:pt x="35420" y="212310"/>
                    </a:cubicBezTo>
                    <a:cubicBezTo>
                      <a:pt x="12741" y="189632"/>
                      <a:pt x="0" y="158872"/>
                      <a:pt x="0" y="126800"/>
                    </a:cubicBezTo>
                    <a:lnTo>
                      <a:pt x="0" y="120931"/>
                    </a:lnTo>
                    <a:cubicBezTo>
                      <a:pt x="0" y="88858"/>
                      <a:pt x="12741" y="58099"/>
                      <a:pt x="35420" y="35420"/>
                    </a:cubicBezTo>
                    <a:cubicBezTo>
                      <a:pt x="58099" y="12741"/>
                      <a:pt x="88858" y="0"/>
                      <a:pt x="120931" y="0"/>
                    </a:cubicBezTo>
                    <a:close/>
                  </a:path>
                </a:pathLst>
              </a:custGeom>
              <a:solidFill>
                <a:srgbClr val="A6D388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859916" cy="285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0" y="192967"/>
              <a:ext cx="4836947" cy="742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EF0"/>
                  </a:solidFill>
                  <a:latin typeface="Fredoka"/>
                  <a:ea typeface="Fredoka"/>
                  <a:cs typeface="Fredoka"/>
                  <a:sym typeface="Fredoka"/>
                </a:rPr>
                <a:t>Parte 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814341" y="2688376"/>
            <a:ext cx="3264992" cy="940601"/>
            <a:chOff x="0" y="0"/>
            <a:chExt cx="859916" cy="24773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59916" cy="247730"/>
            </a:xfrm>
            <a:custGeom>
              <a:avLst/>
              <a:gdLst/>
              <a:ahLst/>
              <a:cxnLst/>
              <a:rect r="r" b="b" t="t" l="l"/>
              <a:pathLst>
                <a:path h="247730" w="859916">
                  <a:moveTo>
                    <a:pt x="120931" y="0"/>
                  </a:moveTo>
                  <a:lnTo>
                    <a:pt x="738985" y="0"/>
                  </a:lnTo>
                  <a:cubicBezTo>
                    <a:pt x="771058" y="0"/>
                    <a:pt x="801817" y="12741"/>
                    <a:pt x="824496" y="35420"/>
                  </a:cubicBezTo>
                  <a:cubicBezTo>
                    <a:pt x="847175" y="58099"/>
                    <a:pt x="859916" y="88858"/>
                    <a:pt x="859916" y="120931"/>
                  </a:cubicBezTo>
                  <a:lnTo>
                    <a:pt x="859916" y="126800"/>
                  </a:lnTo>
                  <a:cubicBezTo>
                    <a:pt x="859916" y="158872"/>
                    <a:pt x="847175" y="189632"/>
                    <a:pt x="824496" y="212310"/>
                  </a:cubicBezTo>
                  <a:cubicBezTo>
                    <a:pt x="801817" y="234989"/>
                    <a:pt x="771058" y="247730"/>
                    <a:pt x="738985" y="247730"/>
                  </a:cubicBezTo>
                  <a:lnTo>
                    <a:pt x="120931" y="247730"/>
                  </a:lnTo>
                  <a:cubicBezTo>
                    <a:pt x="88858" y="247730"/>
                    <a:pt x="58099" y="234989"/>
                    <a:pt x="35420" y="212310"/>
                  </a:cubicBezTo>
                  <a:cubicBezTo>
                    <a:pt x="12741" y="189632"/>
                    <a:pt x="0" y="158872"/>
                    <a:pt x="0" y="126800"/>
                  </a:cubicBezTo>
                  <a:lnTo>
                    <a:pt x="0" y="120931"/>
                  </a:lnTo>
                  <a:cubicBezTo>
                    <a:pt x="0" y="88858"/>
                    <a:pt x="12741" y="58099"/>
                    <a:pt x="35420" y="35420"/>
                  </a:cubicBezTo>
                  <a:cubicBezTo>
                    <a:pt x="58099" y="12741"/>
                    <a:pt x="88858" y="0"/>
                    <a:pt x="120931" y="0"/>
                  </a:cubicBezTo>
                  <a:close/>
                </a:path>
              </a:pathLst>
            </a:custGeom>
            <a:solidFill>
              <a:srgbClr val="A6D388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59916" cy="28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615962" y="3834236"/>
            <a:ext cx="566432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1.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23354" y="5018623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2.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23354" y="6206436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3.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778214" y="3850361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4.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746022" y="5012173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5.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746022" y="6173986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6.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746022" y="7335798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7.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892099" y="3844921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8.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892099" y="5163728"/>
            <a:ext cx="8001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D65073"/>
                </a:solidFill>
                <a:latin typeface="Fredoka"/>
                <a:ea typeface="Fredoka"/>
                <a:cs typeface="Fredoka"/>
                <a:sym typeface="Fredoka"/>
              </a:rPr>
              <a:t>9.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029114" y="2756337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632982" y="2818814"/>
            <a:ext cx="362771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EF0"/>
                </a:solidFill>
                <a:latin typeface="Fredoka"/>
                <a:ea typeface="Fredoka"/>
                <a:cs typeface="Fredoka"/>
                <a:sym typeface="Fredoka"/>
              </a:rPr>
              <a:t>Parte 3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771686" y="1570709"/>
            <a:ext cx="8744629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DD637F"/>
                </a:solidFill>
                <a:latin typeface="Fredoka"/>
                <a:ea typeface="Fredoka"/>
                <a:cs typeface="Fredoka"/>
                <a:sym typeface="Fredoka"/>
              </a:rPr>
              <a:t> Respuestas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DAG4c2aYKd0</dc:identifier>
  <dcterms:modified xsi:type="dcterms:W3CDTF">2011-08-01T06:04:30Z</dcterms:modified>
  <cp:revision>1</cp:revision>
  <dc:title>Presentación trivia de los emojis en la comunicación divertido amarillo y naranja</dc:title>
</cp:coreProperties>
</file>